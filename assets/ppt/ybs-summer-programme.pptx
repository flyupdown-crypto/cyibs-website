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等线"/>
          <a:ea typeface="等线"/>
          <a:cs typeface="等线"/>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等线"/>
          <a:ea typeface="等线"/>
          <a:cs typeface="等线"/>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等线"/>
          <a:ea typeface="等线"/>
          <a:cs typeface="等线"/>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等线"/>
          <a:ea typeface="等线"/>
          <a:cs typeface="等线"/>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等线"/>
          <a:ea typeface="等线"/>
          <a:cs typeface="等线"/>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等线"/>
          <a:ea typeface="等线"/>
          <a:cs typeface="等线"/>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等线"/>
          <a:ea typeface="等线"/>
          <a:cs typeface="等线"/>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等线"/>
          <a:ea typeface="等线"/>
          <a:cs typeface="等线"/>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等线"/>
          <a:ea typeface="等线"/>
          <a:cs typeface="等线"/>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等线"/>
          <a:ea typeface="等线"/>
          <a:cs typeface="等线"/>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等线"/>
          <a:ea typeface="等线"/>
          <a:cs typeface="等线"/>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等线"/>
          <a:ea typeface="等线"/>
          <a:cs typeface="等线"/>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等线"/>
          <a:ea typeface="等线"/>
          <a:cs typeface="等线"/>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3"/>
    <p:restoredTop sz="94687"/>
  </p:normalViewPr>
  <p:slideViewPr>
    <p:cSldViewPr snapToGrid="0" snapToObjects="1">
      <p:cViewPr varScale="1">
        <p:scale>
          <a:sx n="104" d="100"/>
          <a:sy n="104" d="100"/>
        </p:scale>
        <p:origin x="53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0" name="Shape 300"/>
          <p:cNvSpPr>
            <a:spLocks noGrp="1" noRot="1" noChangeAspect="1"/>
          </p:cNvSpPr>
          <p:nvPr>
            <p:ph type="sldImg"/>
          </p:nvPr>
        </p:nvSpPr>
        <p:spPr>
          <a:xfrm>
            <a:off x="1143000" y="685800"/>
            <a:ext cx="4572000" cy="3429000"/>
          </a:xfrm>
          <a:prstGeom prst="rect">
            <a:avLst/>
          </a:prstGeom>
        </p:spPr>
        <p:txBody>
          <a:bodyPr/>
          <a:lstStyle/>
          <a:p>
            <a:endParaRPr/>
          </a:p>
        </p:txBody>
      </p:sp>
      <p:sp>
        <p:nvSpPr>
          <p:cNvPr id="301" name="Shape 30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a:defRPr>
    </a:lvl1pPr>
    <a:lvl2pPr indent="228600" latinLnBrk="0">
      <a:defRPr sz="1200">
        <a:latin typeface="+mn-lt"/>
        <a:ea typeface="+mn-ea"/>
        <a:cs typeface="+mn-cs"/>
        <a:sym typeface="Aptos"/>
      </a:defRPr>
    </a:lvl2pPr>
    <a:lvl3pPr indent="457200" latinLnBrk="0">
      <a:defRPr sz="1200">
        <a:latin typeface="+mn-lt"/>
        <a:ea typeface="+mn-ea"/>
        <a:cs typeface="+mn-cs"/>
        <a:sym typeface="Aptos"/>
      </a:defRPr>
    </a:lvl3pPr>
    <a:lvl4pPr indent="685800" latinLnBrk="0">
      <a:defRPr sz="1200">
        <a:latin typeface="+mn-lt"/>
        <a:ea typeface="+mn-ea"/>
        <a:cs typeface="+mn-cs"/>
        <a:sym typeface="Aptos"/>
      </a:defRPr>
    </a:lvl4pPr>
    <a:lvl5pPr indent="914400" latinLnBrk="0">
      <a:defRPr sz="1200">
        <a:latin typeface="+mn-lt"/>
        <a:ea typeface="+mn-ea"/>
        <a:cs typeface="+mn-cs"/>
        <a:sym typeface="Aptos"/>
      </a:defRPr>
    </a:lvl5pPr>
    <a:lvl6pPr indent="1143000" latinLnBrk="0">
      <a:defRPr sz="1200">
        <a:latin typeface="+mn-lt"/>
        <a:ea typeface="+mn-ea"/>
        <a:cs typeface="+mn-cs"/>
        <a:sym typeface="Aptos"/>
      </a:defRPr>
    </a:lvl6pPr>
    <a:lvl7pPr indent="1371600" latinLnBrk="0">
      <a:defRPr sz="1200">
        <a:latin typeface="+mn-lt"/>
        <a:ea typeface="+mn-ea"/>
        <a:cs typeface="+mn-cs"/>
        <a:sym typeface="Aptos"/>
      </a:defRPr>
    </a:lvl7pPr>
    <a:lvl8pPr indent="1600200" latinLnBrk="0">
      <a:defRPr sz="1200">
        <a:latin typeface="+mn-lt"/>
        <a:ea typeface="+mn-ea"/>
        <a:cs typeface="+mn-cs"/>
        <a:sym typeface="Aptos"/>
      </a:defRPr>
    </a:lvl8pPr>
    <a:lvl9pPr indent="1828800" latinLnBrk="0">
      <a:defRPr sz="1200">
        <a:latin typeface="+mn-lt"/>
        <a:ea typeface="+mn-ea"/>
        <a:cs typeface="+mn-cs"/>
        <a:sym typeface="Apto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popai.pro/creation/All/Presentation"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cover">
    <p:spTree>
      <p:nvGrpSpPr>
        <p:cNvPr id="1" name=""/>
        <p:cNvGrpSpPr/>
        <p:nvPr/>
      </p:nvGrpSpPr>
      <p:grpSpPr>
        <a:xfrm>
          <a:off x="0" y="0"/>
          <a:ext cx="0" cy="0"/>
          <a:chOff x="0" y="0"/>
          <a:chExt cx="0" cy="0"/>
        </a:xfrm>
      </p:grpSpPr>
      <p:pic>
        <p:nvPicPr>
          <p:cNvPr id="12" name="tray" descr="tray"/>
          <p:cNvPicPr>
            <a:picLocks noChangeAspect="1"/>
          </p:cNvPicPr>
          <p:nvPr/>
        </p:nvPicPr>
        <p:blipFill>
          <a:blip r:embed="rId2">
            <a:extLst/>
          </a:blip>
          <a:stretch>
            <a:fillRect/>
          </a:stretch>
        </p:blipFill>
        <p:spPr>
          <a:xfrm>
            <a:off x="-22053" y="-18001"/>
            <a:ext cx="12236106" cy="6894002"/>
          </a:xfrm>
          <a:prstGeom prst="rect">
            <a:avLst/>
          </a:prstGeom>
          <a:ln w="12700">
            <a:miter lim="400000"/>
          </a:ln>
        </p:spPr>
      </p:pic>
      <p:sp>
        <p:nvSpPr>
          <p:cNvPr id="13" name="Body Level One…"/>
          <p:cNvSpPr txBox="1">
            <a:spLocks noGrp="1"/>
          </p:cNvSpPr>
          <p:nvPr>
            <p:ph type="body" sz="half" idx="1"/>
          </p:nvPr>
        </p:nvSpPr>
        <p:spPr>
          <a:xfrm>
            <a:off x="785494" y="2732400"/>
            <a:ext cx="10810242" cy="2757171"/>
          </a:xfrm>
          <a:prstGeom prst="rect">
            <a:avLst/>
          </a:prstGeom>
        </p:spPr>
        <p:txBody>
          <a:bodyPr lIns="47625" tIns="47625" rIns="47625" bIns="47625"/>
          <a:lstStyle>
            <a:lvl1pPr marL="285750" indent="-57150">
              <a:lnSpc>
                <a:spcPct val="90000"/>
              </a:lnSpc>
              <a:buSzTx/>
              <a:buFontTx/>
              <a:buNone/>
              <a:defRPr sz="1600"/>
            </a:lvl1pPr>
            <a:lvl2pPr marL="285750" indent="-55349">
              <a:lnSpc>
                <a:spcPct val="90000"/>
              </a:lnSpc>
              <a:buSzTx/>
              <a:buFontTx/>
              <a:buNone/>
              <a:defRPr sz="1600"/>
            </a:lvl2pPr>
            <a:lvl3pPr marL="285750" indent="-55349">
              <a:lnSpc>
                <a:spcPct val="90000"/>
              </a:lnSpc>
              <a:buSzTx/>
              <a:buFontTx/>
              <a:buNone/>
              <a:defRPr sz="1600"/>
            </a:lvl3pPr>
            <a:lvl4pPr marL="285750" indent="-55349">
              <a:lnSpc>
                <a:spcPct val="90000"/>
              </a:lnSpc>
              <a:buSzTx/>
              <a:buFontTx/>
              <a:buNone/>
              <a:defRPr sz="1600"/>
            </a:lvl4pPr>
            <a:lvl5pPr marL="285750" indent="-55349">
              <a:lnSpc>
                <a:spcPct val="90000"/>
              </a:lnSpc>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4" name="Title Text"/>
          <p:cNvSpPr txBox="1">
            <a:spLocks noGrp="1"/>
          </p:cNvSpPr>
          <p:nvPr>
            <p:ph type="title"/>
          </p:nvPr>
        </p:nvSpPr>
        <p:spPr>
          <a:xfrm>
            <a:off x="795019" y="698400"/>
            <a:ext cx="10800082" cy="1805305"/>
          </a:xfrm>
          <a:prstGeom prst="rect">
            <a:avLst/>
          </a:prstGeom>
        </p:spPr>
        <p:txBody>
          <a:bodyPr lIns="47625" tIns="47625" rIns="47625" bIns="47625" anchor="b"/>
          <a:lstStyle>
            <a:lvl1pPr indent="228600">
              <a:lnSpc>
                <a:spcPts val="6000"/>
              </a:lnSpc>
              <a:spcBef>
                <a:spcPts val="1000"/>
              </a:spcBef>
              <a:defRPr sz="4800"/>
            </a:lvl1pPr>
          </a:lstStyle>
          <a:p>
            <a:r>
              <a:t>Title Text</a:t>
            </a:r>
          </a:p>
        </p:txBody>
      </p:sp>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cover-list">
    <p:spTree>
      <p:nvGrpSpPr>
        <p:cNvPr id="1" name=""/>
        <p:cNvGrpSpPr/>
        <p:nvPr/>
      </p:nvGrpSpPr>
      <p:grpSpPr>
        <a:xfrm>
          <a:off x="0" y="0"/>
          <a:ext cx="0" cy="0"/>
          <a:chOff x="0" y="0"/>
          <a:chExt cx="0" cy="0"/>
        </a:xfrm>
      </p:grpSpPr>
      <p:pic>
        <p:nvPicPr>
          <p:cNvPr id="22" name="tray" descr="tray"/>
          <p:cNvPicPr>
            <a:picLocks noChangeAspect="1"/>
          </p:cNvPicPr>
          <p:nvPr/>
        </p:nvPicPr>
        <p:blipFill>
          <a:blip r:embed="rId2">
            <a:extLst/>
          </a:blip>
          <a:stretch>
            <a:fillRect/>
          </a:stretch>
        </p:blipFill>
        <p:spPr>
          <a:xfrm>
            <a:off x="-22053" y="-18001"/>
            <a:ext cx="12236106" cy="6894002"/>
          </a:xfrm>
          <a:prstGeom prst="rect">
            <a:avLst/>
          </a:prstGeom>
          <a:ln w="12700">
            <a:miter lim="400000"/>
          </a:ln>
        </p:spPr>
      </p:pic>
      <p:sp>
        <p:nvSpPr>
          <p:cNvPr id="23" name="Body Level One…"/>
          <p:cNvSpPr txBox="1">
            <a:spLocks noGrp="1"/>
          </p:cNvSpPr>
          <p:nvPr>
            <p:ph type="body" sz="half" idx="1"/>
          </p:nvPr>
        </p:nvSpPr>
        <p:spPr>
          <a:xfrm>
            <a:off x="785494" y="2732400"/>
            <a:ext cx="10810242" cy="2757171"/>
          </a:xfrm>
          <a:prstGeom prst="rect">
            <a:avLst/>
          </a:prstGeom>
        </p:spPr>
        <p:txBody>
          <a:bodyPr lIns="47625" tIns="47625" rIns="47625" bIns="47625"/>
          <a:lstStyle>
            <a:lvl1pPr marL="285750" indent="-57150">
              <a:lnSpc>
                <a:spcPct val="90000"/>
              </a:lnSpc>
              <a:buSzTx/>
              <a:buFontTx/>
              <a:buNone/>
              <a:defRPr sz="1600"/>
            </a:lvl1pPr>
            <a:lvl2pPr marL="285750" indent="-55349">
              <a:lnSpc>
                <a:spcPct val="90000"/>
              </a:lnSpc>
              <a:buSzTx/>
              <a:buFontTx/>
              <a:buNone/>
              <a:defRPr sz="1600"/>
            </a:lvl2pPr>
            <a:lvl3pPr marL="285750" indent="-55349">
              <a:lnSpc>
                <a:spcPct val="90000"/>
              </a:lnSpc>
              <a:buSzTx/>
              <a:buFontTx/>
              <a:buNone/>
              <a:defRPr sz="1600"/>
            </a:lvl3pPr>
            <a:lvl4pPr marL="285750" indent="-55349">
              <a:lnSpc>
                <a:spcPct val="90000"/>
              </a:lnSpc>
              <a:buSzTx/>
              <a:buFontTx/>
              <a:buNone/>
              <a:defRPr sz="1600"/>
            </a:lvl4pPr>
            <a:lvl5pPr marL="285750" indent="-55349">
              <a:lnSpc>
                <a:spcPct val="90000"/>
              </a:lnSpc>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24" name="Title Text"/>
          <p:cNvSpPr txBox="1">
            <a:spLocks noGrp="1"/>
          </p:cNvSpPr>
          <p:nvPr>
            <p:ph type="title"/>
          </p:nvPr>
        </p:nvSpPr>
        <p:spPr>
          <a:xfrm>
            <a:off x="795019" y="698400"/>
            <a:ext cx="10800082" cy="1805305"/>
          </a:xfrm>
          <a:prstGeom prst="rect">
            <a:avLst/>
          </a:prstGeom>
        </p:spPr>
        <p:txBody>
          <a:bodyPr lIns="47625" tIns="47625" rIns="47625" bIns="47625" anchor="b"/>
          <a:lstStyle>
            <a:lvl1pPr indent="228600">
              <a:lnSpc>
                <a:spcPts val="6000"/>
              </a:lnSpc>
              <a:spcBef>
                <a:spcPts val="1000"/>
              </a:spcBef>
              <a:defRPr sz="4800"/>
            </a:lvl1pPr>
          </a:lstStyle>
          <a:p>
            <a:r>
              <a:t>Title Text</a:t>
            </a: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content-list">
    <p:spTree>
      <p:nvGrpSpPr>
        <p:cNvPr id="1" name=""/>
        <p:cNvGrpSpPr/>
        <p:nvPr/>
      </p:nvGrpSpPr>
      <p:grpSpPr>
        <a:xfrm>
          <a:off x="0" y="0"/>
          <a:ext cx="0" cy="0"/>
          <a:chOff x="0" y="0"/>
          <a:chExt cx="0" cy="0"/>
        </a:xfrm>
      </p:grpSpPr>
      <p:pic>
        <p:nvPicPr>
          <p:cNvPr id="32" name="tray" descr="tray"/>
          <p:cNvPicPr>
            <a:picLocks noChangeAspect="1"/>
          </p:cNvPicPr>
          <p:nvPr/>
        </p:nvPicPr>
        <p:blipFill>
          <a:blip r:embed="rId2">
            <a:extLst/>
          </a:blip>
          <a:stretch>
            <a:fillRect/>
          </a:stretch>
        </p:blipFill>
        <p:spPr>
          <a:xfrm>
            <a:off x="7904480" y="-18099"/>
            <a:ext cx="4297681" cy="6894196"/>
          </a:xfrm>
          <a:prstGeom prst="rect">
            <a:avLst/>
          </a:prstGeom>
          <a:ln w="12700">
            <a:miter lim="400000"/>
          </a:ln>
        </p:spPr>
      </p:pic>
      <p:sp>
        <p:nvSpPr>
          <p:cNvPr id="33" name="Title Text"/>
          <p:cNvSpPr txBox="1">
            <a:spLocks noGrp="1"/>
          </p:cNvSpPr>
          <p:nvPr>
            <p:ph type="title"/>
          </p:nvPr>
        </p:nvSpPr>
        <p:spPr>
          <a:xfrm>
            <a:off x="745588" y="1610208"/>
            <a:ext cx="2103458" cy="5184000"/>
          </a:xfrm>
          <a:prstGeom prst="rect">
            <a:avLst/>
          </a:prstGeom>
        </p:spPr>
        <p:txBody>
          <a:bodyPr/>
          <a:lstStyle>
            <a:lvl1pPr>
              <a:defRPr sz="2800">
                <a:solidFill>
                  <a:srgbClr val="000000"/>
                </a:solidFill>
              </a:defRPr>
            </a:lvl1pPr>
          </a:lstStyle>
          <a:p>
            <a:r>
              <a:t>Title Text</a:t>
            </a:r>
          </a:p>
        </p:txBody>
      </p:sp>
      <p:sp>
        <p:nvSpPr>
          <p:cNvPr id="34" name="Body Level One…"/>
          <p:cNvSpPr txBox="1">
            <a:spLocks noGrp="1"/>
          </p:cNvSpPr>
          <p:nvPr>
            <p:ph type="body" sz="quarter" idx="1"/>
          </p:nvPr>
        </p:nvSpPr>
        <p:spPr>
          <a:xfrm>
            <a:off x="2869820" y="1610208"/>
            <a:ext cx="4811865" cy="406098"/>
          </a:xfrm>
          <a:prstGeom prst="rect">
            <a:avLst/>
          </a:prstGeom>
        </p:spPr>
        <p:txBody>
          <a:bodyPr lIns="0" tIns="0" rIns="0" bIns="0"/>
          <a:lstStyle>
            <a:lvl1pPr marL="0" indent="127000">
              <a:spcBef>
                <a:spcPts val="0"/>
              </a:spcBef>
              <a:buSzTx/>
              <a:buFontTx/>
              <a:buNone/>
              <a:defRPr sz="1600">
                <a:solidFill>
                  <a:srgbClr val="000000"/>
                </a:solidFill>
                <a:latin typeface="PingFang SC Medium"/>
                <a:ea typeface="PingFang SC Medium"/>
                <a:cs typeface="PingFang SC Medium"/>
                <a:sym typeface="PingFang SC Medium"/>
              </a:defRPr>
            </a:lvl1pPr>
            <a:lvl2pPr marL="0" indent="584200">
              <a:spcBef>
                <a:spcPts val="0"/>
              </a:spcBef>
              <a:buSzTx/>
              <a:buFontTx/>
              <a:buNone/>
              <a:defRPr sz="1600">
                <a:solidFill>
                  <a:srgbClr val="000000"/>
                </a:solidFill>
                <a:latin typeface="PingFang SC Medium"/>
                <a:ea typeface="PingFang SC Medium"/>
                <a:cs typeface="PingFang SC Medium"/>
                <a:sym typeface="PingFang SC Medium"/>
              </a:defRPr>
            </a:lvl2pPr>
            <a:lvl3pPr marL="0" indent="1041400">
              <a:spcBef>
                <a:spcPts val="0"/>
              </a:spcBef>
              <a:buSzTx/>
              <a:buFontTx/>
              <a:buNone/>
              <a:defRPr sz="1600">
                <a:solidFill>
                  <a:srgbClr val="000000"/>
                </a:solidFill>
                <a:latin typeface="PingFang SC Medium"/>
                <a:ea typeface="PingFang SC Medium"/>
                <a:cs typeface="PingFang SC Medium"/>
                <a:sym typeface="PingFang SC Medium"/>
              </a:defRPr>
            </a:lvl3pPr>
            <a:lvl4pPr marL="0" indent="1498600">
              <a:spcBef>
                <a:spcPts val="0"/>
              </a:spcBef>
              <a:buSzTx/>
              <a:buFontTx/>
              <a:buNone/>
              <a:defRPr sz="1600">
                <a:solidFill>
                  <a:srgbClr val="000000"/>
                </a:solidFill>
                <a:latin typeface="PingFang SC Medium"/>
                <a:ea typeface="PingFang SC Medium"/>
                <a:cs typeface="PingFang SC Medium"/>
                <a:sym typeface="PingFang SC Medium"/>
              </a:defRPr>
            </a:lvl4pPr>
            <a:lvl5pPr marL="0" indent="1955800">
              <a:spcBef>
                <a:spcPts val="0"/>
              </a:spcBef>
              <a:buSzTx/>
              <a:buFontTx/>
              <a:buNone/>
              <a:defRPr sz="1600">
                <a:solidFill>
                  <a:srgbClr val="000000"/>
                </a:solidFill>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ntent">
    <p:spTree>
      <p:nvGrpSpPr>
        <p:cNvPr id="1" name=""/>
        <p:cNvGrpSpPr/>
        <p:nvPr/>
      </p:nvGrpSpPr>
      <p:grpSpPr>
        <a:xfrm>
          <a:off x="0" y="0"/>
          <a:ext cx="0" cy="0"/>
          <a:chOff x="0" y="0"/>
          <a:chExt cx="0" cy="0"/>
        </a:xfrm>
      </p:grpSpPr>
      <p:pic>
        <p:nvPicPr>
          <p:cNvPr id="42" name="tray" descr="tray"/>
          <p:cNvPicPr>
            <a:picLocks noChangeAspect="1"/>
          </p:cNvPicPr>
          <p:nvPr/>
        </p:nvPicPr>
        <p:blipFill>
          <a:blip r:embed="rId2">
            <a:extLst/>
          </a:blip>
          <a:stretch>
            <a:fillRect/>
          </a:stretch>
        </p:blipFill>
        <p:spPr>
          <a:xfrm>
            <a:off x="7904480" y="-18099"/>
            <a:ext cx="4297681" cy="6894196"/>
          </a:xfrm>
          <a:prstGeom prst="rect">
            <a:avLst/>
          </a:prstGeom>
          <a:ln w="12700">
            <a:miter lim="400000"/>
          </a:ln>
        </p:spPr>
      </p:pic>
      <p:sp>
        <p:nvSpPr>
          <p:cNvPr id="43" name="Body Level One…"/>
          <p:cNvSpPr txBox="1">
            <a:spLocks noGrp="1"/>
          </p:cNvSpPr>
          <p:nvPr>
            <p:ph type="body" sz="half" idx="1"/>
          </p:nvPr>
        </p:nvSpPr>
        <p:spPr>
          <a:xfrm>
            <a:off x="2541825" y="1317600"/>
            <a:ext cx="5133976" cy="5436235"/>
          </a:xfrm>
          <a:prstGeom prst="rect">
            <a:avLst/>
          </a:prstGeom>
        </p:spPr>
        <p:txBody>
          <a:bodyPr lIns="0" tIns="0" rIns="0" bIns="0"/>
          <a:lstStyle>
            <a:lvl1pPr marL="342900" indent="-215900">
              <a:lnSpc>
                <a:spcPct val="250000"/>
              </a:lnSpc>
              <a:spcBef>
                <a:spcPts val="0"/>
              </a:spcBef>
              <a:buFontTx/>
              <a:buAutoNum type="arabicPeriod"/>
              <a:defRPr sz="1600">
                <a:solidFill>
                  <a:srgbClr val="000000"/>
                </a:solidFill>
              </a:defRPr>
            </a:lvl1pPr>
            <a:lvl2pPr marL="800100" indent="-215900">
              <a:lnSpc>
                <a:spcPct val="250000"/>
              </a:lnSpc>
              <a:spcBef>
                <a:spcPts val="0"/>
              </a:spcBef>
              <a:buFontTx/>
              <a:buAutoNum type="arabicPeriod"/>
              <a:defRPr sz="1600">
                <a:solidFill>
                  <a:srgbClr val="000000"/>
                </a:solidFill>
              </a:defRPr>
            </a:lvl2pPr>
            <a:lvl3pPr marL="1257300" indent="-215900">
              <a:lnSpc>
                <a:spcPct val="250000"/>
              </a:lnSpc>
              <a:spcBef>
                <a:spcPts val="0"/>
              </a:spcBef>
              <a:buFontTx/>
              <a:buAutoNum type="arabicPeriod"/>
              <a:defRPr sz="1600">
                <a:solidFill>
                  <a:srgbClr val="000000"/>
                </a:solidFill>
              </a:defRPr>
            </a:lvl3pPr>
            <a:lvl4pPr marL="1714500" indent="-215900">
              <a:lnSpc>
                <a:spcPct val="250000"/>
              </a:lnSpc>
              <a:spcBef>
                <a:spcPts val="0"/>
              </a:spcBef>
              <a:buFontTx/>
              <a:buAutoNum type="arabicPeriod"/>
              <a:defRPr sz="1600">
                <a:solidFill>
                  <a:srgbClr val="000000"/>
                </a:solidFill>
              </a:defRPr>
            </a:lvl4pPr>
            <a:lvl5pPr marL="2171700" indent="-215900">
              <a:lnSpc>
                <a:spcPct val="250000"/>
              </a:lnSpc>
              <a:spcBef>
                <a:spcPts val="0"/>
              </a:spcBef>
              <a:buFontTx/>
              <a:buAutoNum type="arabicPeriod"/>
              <a:defRPr sz="16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44" name="Title Text"/>
          <p:cNvSpPr txBox="1">
            <a:spLocks noGrp="1"/>
          </p:cNvSpPr>
          <p:nvPr>
            <p:ph type="title"/>
          </p:nvPr>
        </p:nvSpPr>
        <p:spPr>
          <a:xfrm>
            <a:off x="335024" y="1317600"/>
            <a:ext cx="2206801" cy="5184000"/>
          </a:xfrm>
          <a:prstGeom prst="rect">
            <a:avLst/>
          </a:prstGeom>
        </p:spPr>
        <p:txBody>
          <a:bodyPr/>
          <a:lstStyle>
            <a:lvl1pPr>
              <a:defRPr sz="2800">
                <a:solidFill>
                  <a:srgbClr val="000000"/>
                </a:solidFill>
              </a:defRPr>
            </a:lvl1pPr>
          </a:lstStyle>
          <a:p>
            <a:r>
              <a:t>Title Text</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emphasis-list">
    <p:spTree>
      <p:nvGrpSpPr>
        <p:cNvPr id="1" name=""/>
        <p:cNvGrpSpPr/>
        <p:nvPr/>
      </p:nvGrpSpPr>
      <p:grpSpPr>
        <a:xfrm>
          <a:off x="0" y="0"/>
          <a:ext cx="0" cy="0"/>
          <a:chOff x="0" y="0"/>
          <a:chExt cx="0" cy="0"/>
        </a:xfrm>
      </p:grpSpPr>
      <p:pic>
        <p:nvPicPr>
          <p:cNvPr id="52" name="tray" descr="tray"/>
          <p:cNvPicPr>
            <a:picLocks noChangeAspect="1"/>
          </p:cNvPicPr>
          <p:nvPr/>
        </p:nvPicPr>
        <p:blipFill>
          <a:blip r:embed="rId2">
            <a:extLst/>
          </a:blip>
          <a:stretch>
            <a:fillRect/>
          </a:stretch>
        </p:blipFill>
        <p:spPr>
          <a:xfrm>
            <a:off x="-18858" y="-16200"/>
            <a:ext cx="12229715" cy="6890401"/>
          </a:xfrm>
          <a:prstGeom prst="rect">
            <a:avLst/>
          </a:prstGeom>
          <a:ln w="12700">
            <a:miter lim="400000"/>
          </a:ln>
        </p:spPr>
      </p:pic>
      <p:sp>
        <p:nvSpPr>
          <p:cNvPr id="53" name="Body Level One…"/>
          <p:cNvSpPr txBox="1">
            <a:spLocks noGrp="1"/>
          </p:cNvSpPr>
          <p:nvPr>
            <p:ph type="body" sz="quarter" idx="1"/>
          </p:nvPr>
        </p:nvSpPr>
        <p:spPr>
          <a:xfrm>
            <a:off x="335915" y="979200"/>
            <a:ext cx="11520170" cy="1350011"/>
          </a:xfrm>
          <a:prstGeom prst="rect">
            <a:avLst/>
          </a:prstGeom>
        </p:spPr>
        <p:txBody>
          <a:bodyPr lIns="0" tIns="0" rIns="0" bIns="0" anchor="b"/>
          <a:lstStyle>
            <a:lvl1pPr marL="0" indent="127000" algn="ctr">
              <a:spcBef>
                <a:spcPts val="0"/>
              </a:spcBef>
              <a:buSzTx/>
              <a:buFontTx/>
              <a:buNone/>
              <a:defRPr>
                <a:latin typeface="PingFang SC Medium"/>
                <a:ea typeface="PingFang SC Medium"/>
                <a:cs typeface="PingFang SC Medium"/>
                <a:sym typeface="PingFang SC Medium"/>
              </a:defRPr>
            </a:lvl1pPr>
            <a:lvl2pPr marL="0" indent="584200" algn="ctr">
              <a:spcBef>
                <a:spcPts val="0"/>
              </a:spcBef>
              <a:buSzTx/>
              <a:buFontTx/>
              <a:buNone/>
              <a:defRPr>
                <a:latin typeface="PingFang SC Medium"/>
                <a:ea typeface="PingFang SC Medium"/>
                <a:cs typeface="PingFang SC Medium"/>
                <a:sym typeface="PingFang SC Medium"/>
              </a:defRPr>
            </a:lvl2pPr>
            <a:lvl3pPr marL="0" indent="1041400" algn="ctr">
              <a:spcBef>
                <a:spcPts val="0"/>
              </a:spcBef>
              <a:buSzTx/>
              <a:buFontTx/>
              <a:buNone/>
              <a:defRPr>
                <a:latin typeface="PingFang SC Medium"/>
                <a:ea typeface="PingFang SC Medium"/>
                <a:cs typeface="PingFang SC Medium"/>
                <a:sym typeface="PingFang SC Medium"/>
              </a:defRPr>
            </a:lvl3pPr>
            <a:lvl4pPr marL="0" indent="1498600" algn="ctr">
              <a:spcBef>
                <a:spcPts val="0"/>
              </a:spcBef>
              <a:buSzTx/>
              <a:buFontTx/>
              <a:buNone/>
              <a:defRPr>
                <a:latin typeface="PingFang SC Medium"/>
                <a:ea typeface="PingFang SC Medium"/>
                <a:cs typeface="PingFang SC Medium"/>
                <a:sym typeface="PingFang SC Medium"/>
              </a:defRPr>
            </a:lvl4pPr>
            <a:lvl5pPr marL="0" indent="1955800" algn="ctr">
              <a:spcBef>
                <a:spcPts val="0"/>
              </a:spcBef>
              <a:buSzTx/>
              <a:buFontTx/>
              <a:buNone/>
              <a:defRPr>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335915" y="2699999"/>
            <a:ext cx="11520170" cy="3479167"/>
          </a:xfrm>
          <a:prstGeom prst="rect">
            <a:avLst/>
          </a:prstGeom>
        </p:spPr>
        <p:txBody>
          <a:bodyPr/>
          <a:lstStyle>
            <a:lvl1pPr algn="ctr">
              <a:lnSpc>
                <a:spcPct val="100000"/>
              </a:lnSpc>
            </a:lvl1pPr>
          </a:lstStyle>
          <a:p>
            <a:r>
              <a:t>Title Text</a:t>
            </a: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emphasis">
    <p:spTree>
      <p:nvGrpSpPr>
        <p:cNvPr id="1" name=""/>
        <p:cNvGrpSpPr/>
        <p:nvPr/>
      </p:nvGrpSpPr>
      <p:grpSpPr>
        <a:xfrm>
          <a:off x="0" y="0"/>
          <a:ext cx="0" cy="0"/>
          <a:chOff x="0" y="0"/>
          <a:chExt cx="0" cy="0"/>
        </a:xfrm>
      </p:grpSpPr>
      <p:pic>
        <p:nvPicPr>
          <p:cNvPr id="62" name="tray" descr="tray"/>
          <p:cNvPicPr>
            <a:picLocks noChangeAspect="1"/>
          </p:cNvPicPr>
          <p:nvPr/>
        </p:nvPicPr>
        <p:blipFill>
          <a:blip r:embed="rId2">
            <a:extLst/>
          </a:blip>
          <a:stretch>
            <a:fillRect/>
          </a:stretch>
        </p:blipFill>
        <p:spPr>
          <a:xfrm>
            <a:off x="-18858" y="-16200"/>
            <a:ext cx="12229715" cy="6890401"/>
          </a:xfrm>
          <a:prstGeom prst="rect">
            <a:avLst/>
          </a:prstGeom>
          <a:ln w="12700">
            <a:miter lim="400000"/>
          </a:ln>
        </p:spPr>
      </p:pic>
      <p:sp>
        <p:nvSpPr>
          <p:cNvPr id="63" name="Body Level One…"/>
          <p:cNvSpPr txBox="1">
            <a:spLocks noGrp="1"/>
          </p:cNvSpPr>
          <p:nvPr>
            <p:ph type="body" sz="quarter" idx="1"/>
          </p:nvPr>
        </p:nvSpPr>
        <p:spPr>
          <a:xfrm>
            <a:off x="335915" y="979200"/>
            <a:ext cx="11520170" cy="1350011"/>
          </a:xfrm>
          <a:prstGeom prst="rect">
            <a:avLst/>
          </a:prstGeom>
        </p:spPr>
        <p:txBody>
          <a:bodyPr lIns="0" tIns="0" rIns="0" bIns="0" anchor="b"/>
          <a:lstStyle>
            <a:lvl1pPr marL="0" indent="127000" algn="ctr">
              <a:spcBef>
                <a:spcPts val="0"/>
              </a:spcBef>
              <a:buSzTx/>
              <a:buFontTx/>
              <a:buNone/>
              <a:defRPr>
                <a:latin typeface="PingFang SC Medium"/>
                <a:ea typeface="PingFang SC Medium"/>
                <a:cs typeface="PingFang SC Medium"/>
                <a:sym typeface="PingFang SC Medium"/>
              </a:defRPr>
            </a:lvl1pPr>
            <a:lvl2pPr marL="0" indent="584200" algn="ctr">
              <a:spcBef>
                <a:spcPts val="0"/>
              </a:spcBef>
              <a:buSzTx/>
              <a:buFontTx/>
              <a:buNone/>
              <a:defRPr>
                <a:latin typeface="PingFang SC Medium"/>
                <a:ea typeface="PingFang SC Medium"/>
                <a:cs typeface="PingFang SC Medium"/>
                <a:sym typeface="PingFang SC Medium"/>
              </a:defRPr>
            </a:lvl2pPr>
            <a:lvl3pPr marL="0" indent="1041400" algn="ctr">
              <a:spcBef>
                <a:spcPts val="0"/>
              </a:spcBef>
              <a:buSzTx/>
              <a:buFontTx/>
              <a:buNone/>
              <a:defRPr>
                <a:latin typeface="PingFang SC Medium"/>
                <a:ea typeface="PingFang SC Medium"/>
                <a:cs typeface="PingFang SC Medium"/>
                <a:sym typeface="PingFang SC Medium"/>
              </a:defRPr>
            </a:lvl3pPr>
            <a:lvl4pPr marL="0" indent="1498600" algn="ctr">
              <a:spcBef>
                <a:spcPts val="0"/>
              </a:spcBef>
              <a:buSzTx/>
              <a:buFontTx/>
              <a:buNone/>
              <a:defRPr>
                <a:latin typeface="PingFang SC Medium"/>
                <a:ea typeface="PingFang SC Medium"/>
                <a:cs typeface="PingFang SC Medium"/>
                <a:sym typeface="PingFang SC Medium"/>
              </a:defRPr>
            </a:lvl4pPr>
            <a:lvl5pPr marL="0" indent="1955800" algn="ctr">
              <a:spcBef>
                <a:spcPts val="0"/>
              </a:spcBef>
              <a:buSzTx/>
              <a:buFontTx/>
              <a:buNone/>
              <a:defRPr>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64" name="Title Text"/>
          <p:cNvSpPr txBox="1">
            <a:spLocks noGrp="1"/>
          </p:cNvSpPr>
          <p:nvPr>
            <p:ph type="title"/>
          </p:nvPr>
        </p:nvSpPr>
        <p:spPr>
          <a:xfrm>
            <a:off x="335915" y="2699999"/>
            <a:ext cx="11520170" cy="3479167"/>
          </a:xfrm>
          <a:prstGeom prst="rect">
            <a:avLst/>
          </a:prstGeom>
        </p:spPr>
        <p:txBody>
          <a:bodyPr/>
          <a:lstStyle>
            <a:lvl1pPr algn="ctr">
              <a:lnSpc>
                <a:spcPct val="100000"/>
              </a:lnSpc>
            </a:lvl1pPr>
          </a:lstStyle>
          <a:p>
            <a:r>
              <a:t>Title Text</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emphasis-img">
    <p:spTree>
      <p:nvGrpSpPr>
        <p:cNvPr id="1" name=""/>
        <p:cNvGrpSpPr/>
        <p:nvPr/>
      </p:nvGrpSpPr>
      <p:grpSpPr>
        <a:xfrm>
          <a:off x="0" y="0"/>
          <a:ext cx="0" cy="0"/>
          <a:chOff x="0" y="0"/>
          <a:chExt cx="0" cy="0"/>
        </a:xfrm>
      </p:grpSpPr>
      <p:sp>
        <p:nvSpPr>
          <p:cNvPr id="72" name="Body Level One…"/>
          <p:cNvSpPr txBox="1">
            <a:spLocks noGrp="1"/>
          </p:cNvSpPr>
          <p:nvPr>
            <p:ph type="body" sz="quarter" idx="1"/>
          </p:nvPr>
        </p:nvSpPr>
        <p:spPr>
          <a:xfrm>
            <a:off x="335915" y="979200"/>
            <a:ext cx="11520170" cy="1350011"/>
          </a:xfrm>
          <a:prstGeom prst="rect">
            <a:avLst/>
          </a:prstGeom>
        </p:spPr>
        <p:txBody>
          <a:bodyPr lIns="0" tIns="0" rIns="0" bIns="0" anchor="b"/>
          <a:lstStyle>
            <a:lvl1pPr marL="0" indent="127000" algn="ctr">
              <a:spcBef>
                <a:spcPts val="0"/>
              </a:spcBef>
              <a:buSzTx/>
              <a:buFontTx/>
              <a:buNone/>
              <a:defRPr>
                <a:latin typeface="PingFang SC Medium"/>
                <a:ea typeface="PingFang SC Medium"/>
                <a:cs typeface="PingFang SC Medium"/>
                <a:sym typeface="PingFang SC Medium"/>
              </a:defRPr>
            </a:lvl1pPr>
            <a:lvl2pPr marL="0" indent="584200" algn="ctr">
              <a:spcBef>
                <a:spcPts val="0"/>
              </a:spcBef>
              <a:buSzTx/>
              <a:buFontTx/>
              <a:buNone/>
              <a:defRPr>
                <a:latin typeface="PingFang SC Medium"/>
                <a:ea typeface="PingFang SC Medium"/>
                <a:cs typeface="PingFang SC Medium"/>
                <a:sym typeface="PingFang SC Medium"/>
              </a:defRPr>
            </a:lvl2pPr>
            <a:lvl3pPr marL="0" indent="1041400" algn="ctr">
              <a:spcBef>
                <a:spcPts val="0"/>
              </a:spcBef>
              <a:buSzTx/>
              <a:buFontTx/>
              <a:buNone/>
              <a:defRPr>
                <a:latin typeface="PingFang SC Medium"/>
                <a:ea typeface="PingFang SC Medium"/>
                <a:cs typeface="PingFang SC Medium"/>
                <a:sym typeface="PingFang SC Medium"/>
              </a:defRPr>
            </a:lvl3pPr>
            <a:lvl4pPr marL="0" indent="1498600" algn="ctr">
              <a:spcBef>
                <a:spcPts val="0"/>
              </a:spcBef>
              <a:buSzTx/>
              <a:buFontTx/>
              <a:buNone/>
              <a:defRPr>
                <a:latin typeface="PingFang SC Medium"/>
                <a:ea typeface="PingFang SC Medium"/>
                <a:cs typeface="PingFang SC Medium"/>
                <a:sym typeface="PingFang SC Medium"/>
              </a:defRPr>
            </a:lvl4pPr>
            <a:lvl5pPr marL="0" indent="1955800" algn="ctr">
              <a:spcBef>
                <a:spcPts val="0"/>
              </a:spcBef>
              <a:buSzTx/>
              <a:buFontTx/>
              <a:buNone/>
              <a:defRPr>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73" name="Title Text"/>
          <p:cNvSpPr txBox="1">
            <a:spLocks noGrp="1"/>
          </p:cNvSpPr>
          <p:nvPr>
            <p:ph type="title"/>
          </p:nvPr>
        </p:nvSpPr>
        <p:spPr>
          <a:xfrm>
            <a:off x="335915" y="2699999"/>
            <a:ext cx="11520170" cy="3479167"/>
          </a:xfrm>
          <a:prstGeom prst="rect">
            <a:avLst/>
          </a:prstGeom>
        </p:spPr>
        <p:txBody>
          <a:bodyPr/>
          <a:lstStyle>
            <a:lvl1pPr algn="ctr">
              <a:lnSpc>
                <a:spcPct val="100000"/>
              </a:lnSpc>
            </a:lvl1pPr>
          </a:lstStyle>
          <a:p>
            <a:r>
              <a:t>Title Text</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ingle-text">
    <p:spTree>
      <p:nvGrpSpPr>
        <p:cNvPr id="1" name=""/>
        <p:cNvGrpSpPr/>
        <p:nvPr/>
      </p:nvGrpSpPr>
      <p:grpSpPr>
        <a:xfrm>
          <a:off x="0" y="0"/>
          <a:ext cx="0" cy="0"/>
          <a:chOff x="0" y="0"/>
          <a:chExt cx="0" cy="0"/>
        </a:xfrm>
      </p:grpSpPr>
      <p:sp>
        <p:nvSpPr>
          <p:cNvPr id="8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82" name="Title Text"/>
          <p:cNvSpPr txBox="1">
            <a:spLocks noGrp="1"/>
          </p:cNvSpPr>
          <p:nvPr>
            <p:ph type="title"/>
          </p:nvPr>
        </p:nvSpPr>
        <p:spPr>
          <a:prstGeom prst="rect">
            <a:avLst/>
          </a:prstGeom>
        </p:spPr>
        <p:txBody>
          <a:bodyPr/>
          <a:lstStyle/>
          <a:p>
            <a:r>
              <a:t>Title Text</a:t>
            </a:r>
          </a:p>
        </p:txBody>
      </p:sp>
      <p:sp>
        <p:nvSpPr>
          <p:cNvPr id="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row-pro-list2">
    <p:spTree>
      <p:nvGrpSpPr>
        <p:cNvPr id="1" name=""/>
        <p:cNvGrpSpPr/>
        <p:nvPr/>
      </p:nvGrpSpPr>
      <p:grpSpPr>
        <a:xfrm>
          <a:off x="0" y="0"/>
          <a:ext cx="0" cy="0"/>
          <a:chOff x="0" y="0"/>
          <a:chExt cx="0" cy="0"/>
        </a:xfrm>
      </p:grpSpPr>
      <p:pic>
        <p:nvPicPr>
          <p:cNvPr id="90" name="shape1" descr="shape1"/>
          <p:cNvPicPr>
            <a:picLocks noChangeAspect="1"/>
          </p:cNvPicPr>
          <p:nvPr/>
        </p:nvPicPr>
        <p:blipFill>
          <a:blip r:embed="rId2">
            <a:extLst/>
          </a:blip>
          <a:stretch>
            <a:fillRect/>
          </a:stretch>
        </p:blipFill>
        <p:spPr>
          <a:xfrm>
            <a:off x="884580" y="2028742"/>
            <a:ext cx="4930226" cy="3861021"/>
          </a:xfrm>
          <a:prstGeom prst="rect">
            <a:avLst/>
          </a:prstGeom>
          <a:ln w="12700">
            <a:miter lim="400000"/>
          </a:ln>
        </p:spPr>
      </p:pic>
      <p:pic>
        <p:nvPicPr>
          <p:cNvPr id="91" name="shape2" descr="shape2"/>
          <p:cNvPicPr>
            <a:picLocks noChangeAspect="1"/>
          </p:cNvPicPr>
          <p:nvPr/>
        </p:nvPicPr>
        <p:blipFill>
          <a:blip r:embed="rId3">
            <a:extLst/>
          </a:blip>
          <a:stretch>
            <a:fillRect/>
          </a:stretch>
        </p:blipFill>
        <p:spPr>
          <a:xfrm>
            <a:off x="6377189" y="2028743"/>
            <a:ext cx="4930229" cy="3861021"/>
          </a:xfrm>
          <a:prstGeom prst="rect">
            <a:avLst/>
          </a:prstGeom>
          <a:ln w="12700">
            <a:miter lim="400000"/>
          </a:ln>
        </p:spPr>
      </p:pic>
      <p:sp>
        <p:nvSpPr>
          <p:cNvPr id="92" name="Body Level One…"/>
          <p:cNvSpPr txBox="1">
            <a:spLocks noGrp="1"/>
          </p:cNvSpPr>
          <p:nvPr>
            <p:ph type="body" sz="half" idx="1"/>
          </p:nvPr>
        </p:nvSpPr>
        <p:spPr>
          <a:xfrm>
            <a:off x="903514" y="2022937"/>
            <a:ext cx="4911291" cy="3861024"/>
          </a:xfrm>
          <a:prstGeom prst="rect">
            <a:avLst/>
          </a:prstGeom>
        </p:spPr>
        <p:txBody>
          <a:bodyPr lIns="215999" tIns="215999" rIns="215999" bIns="215999"/>
          <a:lstStyle>
            <a:lvl1pPr>
              <a:lnSpc>
                <a:spcPct val="90000"/>
              </a:lnSpc>
              <a:defRPr sz="1800">
                <a:latin typeface="PingFang SC Medium"/>
                <a:ea typeface="PingFang SC Medium"/>
                <a:cs typeface="PingFang SC Medium"/>
                <a:sym typeface="PingFang SC Medium"/>
              </a:defRPr>
            </a:lvl1pPr>
            <a:lvl2pPr marL="628650" indent="-171450">
              <a:lnSpc>
                <a:spcPct val="90000"/>
              </a:lnSpc>
              <a:defRPr sz="1800">
                <a:latin typeface="PingFang SC Medium"/>
                <a:ea typeface="PingFang SC Medium"/>
                <a:cs typeface="PingFang SC Medium"/>
                <a:sym typeface="PingFang SC Medium"/>
              </a:defRPr>
            </a:lvl2pPr>
            <a:lvl3pPr marL="1120139" indent="-205739">
              <a:lnSpc>
                <a:spcPct val="90000"/>
              </a:lnSpc>
              <a:defRPr sz="1800">
                <a:latin typeface="PingFang SC Medium"/>
                <a:ea typeface="PingFang SC Medium"/>
                <a:cs typeface="PingFang SC Medium"/>
                <a:sym typeface="PingFang SC Medium"/>
              </a:defRPr>
            </a:lvl3pPr>
            <a:lvl4pPr>
              <a:lnSpc>
                <a:spcPct val="90000"/>
              </a:lnSpc>
              <a:defRPr sz="1800">
                <a:latin typeface="PingFang SC Medium"/>
                <a:ea typeface="PingFang SC Medium"/>
                <a:cs typeface="PingFang SC Medium"/>
                <a:sym typeface="PingFang SC Medium"/>
              </a:defRPr>
            </a:lvl4pPr>
            <a:lvl5pPr marL="2122714" indent="-293914">
              <a:lnSpc>
                <a:spcPct val="90000"/>
              </a:lnSpc>
              <a:defRPr sz="1800">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93" name="Title Text"/>
          <p:cNvSpPr txBox="1">
            <a:spLocks noGrp="1"/>
          </p:cNvSpPr>
          <p:nvPr>
            <p:ph type="title"/>
          </p:nvPr>
        </p:nvSpPr>
        <p:spPr>
          <a:xfrm>
            <a:off x="835414" y="342412"/>
            <a:ext cx="10800000" cy="615602"/>
          </a:xfrm>
          <a:prstGeom prst="rect">
            <a:avLst/>
          </a:prstGeom>
        </p:spPr>
        <p:txBody>
          <a:bodyPr anchor="ctr"/>
          <a:lstStyle/>
          <a:p>
            <a:r>
              <a:t>Title Text</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row-pro-list3">
    <p:spTree>
      <p:nvGrpSpPr>
        <p:cNvPr id="1" name=""/>
        <p:cNvGrpSpPr/>
        <p:nvPr/>
      </p:nvGrpSpPr>
      <p:grpSpPr>
        <a:xfrm>
          <a:off x="0" y="0"/>
          <a:ext cx="0" cy="0"/>
          <a:chOff x="0" y="0"/>
          <a:chExt cx="0" cy="0"/>
        </a:xfrm>
      </p:grpSpPr>
      <p:pic>
        <p:nvPicPr>
          <p:cNvPr id="101" name="shape3" descr="shape3"/>
          <p:cNvPicPr>
            <a:picLocks noChangeAspect="1"/>
          </p:cNvPicPr>
          <p:nvPr/>
        </p:nvPicPr>
        <p:blipFill>
          <a:blip r:embed="rId2">
            <a:extLst/>
          </a:blip>
          <a:stretch>
            <a:fillRect/>
          </a:stretch>
        </p:blipFill>
        <p:spPr>
          <a:xfrm>
            <a:off x="8115110" y="1965229"/>
            <a:ext cx="3128318" cy="3873154"/>
          </a:xfrm>
          <a:prstGeom prst="rect">
            <a:avLst/>
          </a:prstGeom>
          <a:ln w="12700">
            <a:miter lim="400000"/>
          </a:ln>
        </p:spPr>
      </p:pic>
      <p:pic>
        <p:nvPicPr>
          <p:cNvPr id="102" name="shape2" descr="shape2"/>
          <p:cNvPicPr>
            <a:picLocks noChangeAspect="1"/>
          </p:cNvPicPr>
          <p:nvPr/>
        </p:nvPicPr>
        <p:blipFill>
          <a:blip r:embed="rId3">
            <a:extLst/>
          </a:blip>
          <a:stretch>
            <a:fillRect/>
          </a:stretch>
        </p:blipFill>
        <p:spPr>
          <a:xfrm>
            <a:off x="4488291" y="1989662"/>
            <a:ext cx="3114394" cy="3870746"/>
          </a:xfrm>
          <a:prstGeom prst="rect">
            <a:avLst/>
          </a:prstGeom>
          <a:ln w="12700">
            <a:miter lim="400000"/>
          </a:ln>
        </p:spPr>
      </p:pic>
      <p:pic>
        <p:nvPicPr>
          <p:cNvPr id="103" name="shape1" descr="shape1"/>
          <p:cNvPicPr>
            <a:picLocks noChangeAspect="1"/>
          </p:cNvPicPr>
          <p:nvPr/>
        </p:nvPicPr>
        <p:blipFill>
          <a:blip r:embed="rId4">
            <a:extLst/>
          </a:blip>
          <a:stretch>
            <a:fillRect/>
          </a:stretch>
        </p:blipFill>
        <p:spPr>
          <a:xfrm>
            <a:off x="918296" y="1981688"/>
            <a:ext cx="3119718" cy="3862508"/>
          </a:xfrm>
          <a:prstGeom prst="rect">
            <a:avLst/>
          </a:prstGeom>
          <a:ln w="12700">
            <a:miter lim="400000"/>
          </a:ln>
        </p:spPr>
      </p:pic>
      <p:sp>
        <p:nvSpPr>
          <p:cNvPr id="104" name="Body Level One…"/>
          <p:cNvSpPr txBox="1">
            <a:spLocks noGrp="1"/>
          </p:cNvSpPr>
          <p:nvPr>
            <p:ph type="body" sz="quarter" idx="1"/>
          </p:nvPr>
        </p:nvSpPr>
        <p:spPr>
          <a:xfrm>
            <a:off x="918296" y="1999384"/>
            <a:ext cx="3119719" cy="3861024"/>
          </a:xfrm>
          <a:prstGeom prst="rect">
            <a:avLst/>
          </a:prstGeom>
        </p:spPr>
        <p:txBody>
          <a:bodyPr lIns="215999" tIns="215999" rIns="215999" bIns="215999"/>
          <a:lstStyle>
            <a:lvl1pPr>
              <a:lnSpc>
                <a:spcPct val="90000"/>
              </a:lnSpc>
              <a:defRPr sz="1800">
                <a:latin typeface="PingFang SC Medium"/>
                <a:ea typeface="PingFang SC Medium"/>
                <a:cs typeface="PingFang SC Medium"/>
                <a:sym typeface="PingFang SC Medium"/>
              </a:defRPr>
            </a:lvl1pPr>
            <a:lvl2pPr marL="628650" indent="-171450">
              <a:lnSpc>
                <a:spcPct val="90000"/>
              </a:lnSpc>
              <a:defRPr sz="1800">
                <a:latin typeface="PingFang SC Medium"/>
                <a:ea typeface="PingFang SC Medium"/>
                <a:cs typeface="PingFang SC Medium"/>
                <a:sym typeface="PingFang SC Medium"/>
              </a:defRPr>
            </a:lvl2pPr>
            <a:lvl3pPr marL="1120139" indent="-205739">
              <a:lnSpc>
                <a:spcPct val="90000"/>
              </a:lnSpc>
              <a:defRPr sz="1800">
                <a:latin typeface="PingFang SC Medium"/>
                <a:ea typeface="PingFang SC Medium"/>
                <a:cs typeface="PingFang SC Medium"/>
                <a:sym typeface="PingFang SC Medium"/>
              </a:defRPr>
            </a:lvl3pPr>
            <a:lvl4pPr>
              <a:lnSpc>
                <a:spcPct val="90000"/>
              </a:lnSpc>
              <a:defRPr sz="1800">
                <a:latin typeface="PingFang SC Medium"/>
                <a:ea typeface="PingFang SC Medium"/>
                <a:cs typeface="PingFang SC Medium"/>
                <a:sym typeface="PingFang SC Medium"/>
              </a:defRPr>
            </a:lvl4pPr>
            <a:lvl5pPr marL="2122714" indent="-293914">
              <a:lnSpc>
                <a:spcPct val="90000"/>
              </a:lnSpc>
              <a:defRPr sz="1800">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105" name="Title Text"/>
          <p:cNvSpPr txBox="1">
            <a:spLocks noGrp="1"/>
          </p:cNvSpPr>
          <p:nvPr>
            <p:ph type="title"/>
          </p:nvPr>
        </p:nvSpPr>
        <p:spPr>
          <a:xfrm>
            <a:off x="835414" y="342412"/>
            <a:ext cx="10800000" cy="615602"/>
          </a:xfrm>
          <a:prstGeom prst="rect">
            <a:avLst/>
          </a:prstGeom>
        </p:spPr>
        <p:txBody>
          <a:bodyPr anchor="ctr"/>
          <a:lstStyle/>
          <a:p>
            <a:r>
              <a:t>Title Text</a:t>
            </a:r>
          </a:p>
        </p:txBody>
      </p:sp>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row-pro-list">
    <p:spTree>
      <p:nvGrpSpPr>
        <p:cNvPr id="1" name=""/>
        <p:cNvGrpSpPr/>
        <p:nvPr/>
      </p:nvGrpSpPr>
      <p:grpSpPr>
        <a:xfrm>
          <a:off x="0" y="0"/>
          <a:ext cx="0" cy="0"/>
          <a:chOff x="0" y="0"/>
          <a:chExt cx="0" cy="0"/>
        </a:xfrm>
      </p:grpSpPr>
      <p:pic>
        <p:nvPicPr>
          <p:cNvPr id="113" name="shape3" descr="shape3"/>
          <p:cNvPicPr>
            <a:picLocks noChangeAspect="1"/>
          </p:cNvPicPr>
          <p:nvPr/>
        </p:nvPicPr>
        <p:blipFill>
          <a:blip r:embed="rId2">
            <a:extLst/>
          </a:blip>
          <a:stretch>
            <a:fillRect/>
          </a:stretch>
        </p:blipFill>
        <p:spPr>
          <a:xfrm>
            <a:off x="8115110" y="1965229"/>
            <a:ext cx="3128318" cy="3873154"/>
          </a:xfrm>
          <a:prstGeom prst="rect">
            <a:avLst/>
          </a:prstGeom>
          <a:ln w="12700">
            <a:miter lim="400000"/>
          </a:ln>
        </p:spPr>
      </p:pic>
      <p:pic>
        <p:nvPicPr>
          <p:cNvPr id="114" name="shape2" descr="shape2"/>
          <p:cNvPicPr>
            <a:picLocks noChangeAspect="1"/>
          </p:cNvPicPr>
          <p:nvPr/>
        </p:nvPicPr>
        <p:blipFill>
          <a:blip r:embed="rId3">
            <a:extLst/>
          </a:blip>
          <a:stretch>
            <a:fillRect/>
          </a:stretch>
        </p:blipFill>
        <p:spPr>
          <a:xfrm>
            <a:off x="4488291" y="1989662"/>
            <a:ext cx="3114394" cy="3870746"/>
          </a:xfrm>
          <a:prstGeom prst="rect">
            <a:avLst/>
          </a:prstGeom>
          <a:ln w="12700">
            <a:miter lim="400000"/>
          </a:ln>
        </p:spPr>
      </p:pic>
      <p:pic>
        <p:nvPicPr>
          <p:cNvPr id="115" name="shape1" descr="shape1"/>
          <p:cNvPicPr>
            <a:picLocks noChangeAspect="1"/>
          </p:cNvPicPr>
          <p:nvPr/>
        </p:nvPicPr>
        <p:blipFill>
          <a:blip r:embed="rId4">
            <a:extLst/>
          </a:blip>
          <a:stretch>
            <a:fillRect/>
          </a:stretch>
        </p:blipFill>
        <p:spPr>
          <a:xfrm>
            <a:off x="918296" y="1981688"/>
            <a:ext cx="3119718" cy="3862508"/>
          </a:xfrm>
          <a:prstGeom prst="rect">
            <a:avLst/>
          </a:prstGeom>
          <a:ln w="12700">
            <a:miter lim="400000"/>
          </a:ln>
        </p:spPr>
      </p:pic>
      <p:sp>
        <p:nvSpPr>
          <p:cNvPr id="116" name="Body Level One…"/>
          <p:cNvSpPr txBox="1">
            <a:spLocks noGrp="1"/>
          </p:cNvSpPr>
          <p:nvPr>
            <p:ph type="body" sz="quarter" idx="1"/>
          </p:nvPr>
        </p:nvSpPr>
        <p:spPr>
          <a:xfrm>
            <a:off x="918296" y="1999384"/>
            <a:ext cx="3119719" cy="3861024"/>
          </a:xfrm>
          <a:prstGeom prst="rect">
            <a:avLst/>
          </a:prstGeom>
        </p:spPr>
        <p:txBody>
          <a:bodyPr lIns="215999" tIns="215999" rIns="215999" bIns="215999"/>
          <a:lstStyle>
            <a:lvl1pPr>
              <a:lnSpc>
                <a:spcPct val="90000"/>
              </a:lnSpc>
              <a:defRPr sz="1800">
                <a:latin typeface="PingFang SC Medium"/>
                <a:ea typeface="PingFang SC Medium"/>
                <a:cs typeface="PingFang SC Medium"/>
                <a:sym typeface="PingFang SC Medium"/>
              </a:defRPr>
            </a:lvl1pPr>
            <a:lvl2pPr marL="628650" indent="-171450">
              <a:lnSpc>
                <a:spcPct val="90000"/>
              </a:lnSpc>
              <a:defRPr sz="1800">
                <a:latin typeface="PingFang SC Medium"/>
                <a:ea typeface="PingFang SC Medium"/>
                <a:cs typeface="PingFang SC Medium"/>
                <a:sym typeface="PingFang SC Medium"/>
              </a:defRPr>
            </a:lvl2pPr>
            <a:lvl3pPr marL="1120139" indent="-205739">
              <a:lnSpc>
                <a:spcPct val="90000"/>
              </a:lnSpc>
              <a:defRPr sz="1800">
                <a:latin typeface="PingFang SC Medium"/>
                <a:ea typeface="PingFang SC Medium"/>
                <a:cs typeface="PingFang SC Medium"/>
                <a:sym typeface="PingFang SC Medium"/>
              </a:defRPr>
            </a:lvl3pPr>
            <a:lvl4pPr>
              <a:lnSpc>
                <a:spcPct val="90000"/>
              </a:lnSpc>
              <a:defRPr sz="1800">
                <a:latin typeface="PingFang SC Medium"/>
                <a:ea typeface="PingFang SC Medium"/>
                <a:cs typeface="PingFang SC Medium"/>
                <a:sym typeface="PingFang SC Medium"/>
              </a:defRPr>
            </a:lvl4pPr>
            <a:lvl5pPr marL="2122714" indent="-293914">
              <a:lnSpc>
                <a:spcPct val="90000"/>
              </a:lnSpc>
              <a:defRPr sz="1800">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117" name="Title Text"/>
          <p:cNvSpPr txBox="1">
            <a:spLocks noGrp="1"/>
          </p:cNvSpPr>
          <p:nvPr>
            <p:ph type="title"/>
          </p:nvPr>
        </p:nvSpPr>
        <p:spPr>
          <a:xfrm>
            <a:off x="835414" y="342412"/>
            <a:ext cx="10800000" cy="615602"/>
          </a:xfrm>
          <a:prstGeom prst="rect">
            <a:avLst/>
          </a:prstGeom>
        </p:spPr>
        <p:txBody>
          <a:bodyPr anchor="ctr"/>
          <a:lstStyle/>
          <a:p>
            <a:r>
              <a:t>Title Text</a:t>
            </a:r>
          </a:p>
        </p:txBody>
      </p:sp>
      <p:sp>
        <p:nvSpPr>
          <p:cNvPr id="1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row-list">
    <p:spTree>
      <p:nvGrpSpPr>
        <p:cNvPr id="1" name=""/>
        <p:cNvGrpSpPr/>
        <p:nvPr/>
      </p:nvGrpSpPr>
      <p:grpSpPr>
        <a:xfrm>
          <a:off x="0" y="0"/>
          <a:ext cx="0" cy="0"/>
          <a:chOff x="0" y="0"/>
          <a:chExt cx="0" cy="0"/>
        </a:xfrm>
      </p:grpSpPr>
      <p:sp>
        <p:nvSpPr>
          <p:cNvPr id="125" name="Title Text"/>
          <p:cNvSpPr txBox="1">
            <a:spLocks noGrp="1"/>
          </p:cNvSpPr>
          <p:nvPr>
            <p:ph type="title"/>
          </p:nvPr>
        </p:nvSpPr>
        <p:spPr>
          <a:xfrm>
            <a:off x="835414" y="342412"/>
            <a:ext cx="10800000" cy="615602"/>
          </a:xfrm>
          <a:prstGeom prst="rect">
            <a:avLst/>
          </a:prstGeom>
        </p:spPr>
        <p:txBody>
          <a:bodyPr anchor="ctr"/>
          <a:lstStyle/>
          <a:p>
            <a:r>
              <a:t>Title Text</a:t>
            </a:r>
          </a:p>
        </p:txBody>
      </p:sp>
      <p:pic>
        <p:nvPicPr>
          <p:cNvPr id="126" name="shape3" descr="shape3"/>
          <p:cNvPicPr>
            <a:picLocks noChangeAspect="1"/>
          </p:cNvPicPr>
          <p:nvPr/>
        </p:nvPicPr>
        <p:blipFill>
          <a:blip r:embed="rId2">
            <a:extLst/>
          </a:blip>
          <a:stretch>
            <a:fillRect/>
          </a:stretch>
        </p:blipFill>
        <p:spPr>
          <a:xfrm>
            <a:off x="8115110" y="1965229"/>
            <a:ext cx="3128318" cy="3873154"/>
          </a:xfrm>
          <a:prstGeom prst="rect">
            <a:avLst/>
          </a:prstGeom>
          <a:ln w="12700">
            <a:miter lim="400000"/>
          </a:ln>
        </p:spPr>
      </p:pic>
      <p:pic>
        <p:nvPicPr>
          <p:cNvPr id="127" name="shape2" descr="shape2"/>
          <p:cNvPicPr>
            <a:picLocks noChangeAspect="1"/>
          </p:cNvPicPr>
          <p:nvPr/>
        </p:nvPicPr>
        <p:blipFill>
          <a:blip r:embed="rId3">
            <a:extLst/>
          </a:blip>
          <a:stretch>
            <a:fillRect/>
          </a:stretch>
        </p:blipFill>
        <p:spPr>
          <a:xfrm>
            <a:off x="4488291" y="1989662"/>
            <a:ext cx="3114394" cy="3870746"/>
          </a:xfrm>
          <a:prstGeom prst="rect">
            <a:avLst/>
          </a:prstGeom>
          <a:ln w="12700">
            <a:miter lim="400000"/>
          </a:ln>
        </p:spPr>
      </p:pic>
      <p:pic>
        <p:nvPicPr>
          <p:cNvPr id="128" name="shape1" descr="shape1"/>
          <p:cNvPicPr>
            <a:picLocks noChangeAspect="1"/>
          </p:cNvPicPr>
          <p:nvPr/>
        </p:nvPicPr>
        <p:blipFill>
          <a:blip r:embed="rId4">
            <a:extLst/>
          </a:blip>
          <a:stretch>
            <a:fillRect/>
          </a:stretch>
        </p:blipFill>
        <p:spPr>
          <a:xfrm>
            <a:off x="918296" y="1981688"/>
            <a:ext cx="3119718" cy="3862508"/>
          </a:xfrm>
          <a:prstGeom prst="rect">
            <a:avLst/>
          </a:prstGeom>
          <a:ln w="12700">
            <a:miter lim="400000"/>
          </a:ln>
        </p:spPr>
      </p:pic>
      <p:sp>
        <p:nvSpPr>
          <p:cNvPr id="129" name="Body Level One…"/>
          <p:cNvSpPr txBox="1">
            <a:spLocks noGrp="1"/>
          </p:cNvSpPr>
          <p:nvPr>
            <p:ph type="body" sz="quarter" idx="1"/>
          </p:nvPr>
        </p:nvSpPr>
        <p:spPr>
          <a:xfrm>
            <a:off x="918296" y="1999384"/>
            <a:ext cx="3119719" cy="3861024"/>
          </a:xfrm>
          <a:prstGeom prst="rect">
            <a:avLst/>
          </a:prstGeom>
        </p:spPr>
        <p:txBody>
          <a:bodyPr lIns="215999" tIns="215999" rIns="215999" bIns="215999"/>
          <a:lstStyle>
            <a:lvl1pPr>
              <a:lnSpc>
                <a:spcPct val="90000"/>
              </a:lnSpc>
              <a:defRPr sz="1800">
                <a:latin typeface="PingFang SC Medium"/>
                <a:ea typeface="PingFang SC Medium"/>
                <a:cs typeface="PingFang SC Medium"/>
                <a:sym typeface="PingFang SC Medium"/>
              </a:defRPr>
            </a:lvl1pPr>
            <a:lvl2pPr marL="628650" indent="-171450">
              <a:lnSpc>
                <a:spcPct val="90000"/>
              </a:lnSpc>
              <a:defRPr sz="1800">
                <a:latin typeface="PingFang SC Medium"/>
                <a:ea typeface="PingFang SC Medium"/>
                <a:cs typeface="PingFang SC Medium"/>
                <a:sym typeface="PingFang SC Medium"/>
              </a:defRPr>
            </a:lvl2pPr>
            <a:lvl3pPr marL="1120139" indent="-205739">
              <a:lnSpc>
                <a:spcPct val="90000"/>
              </a:lnSpc>
              <a:defRPr sz="1800">
                <a:latin typeface="PingFang SC Medium"/>
                <a:ea typeface="PingFang SC Medium"/>
                <a:cs typeface="PingFang SC Medium"/>
                <a:sym typeface="PingFang SC Medium"/>
              </a:defRPr>
            </a:lvl3pPr>
            <a:lvl4pPr>
              <a:lnSpc>
                <a:spcPct val="90000"/>
              </a:lnSpc>
              <a:defRPr sz="1800">
                <a:latin typeface="PingFang SC Medium"/>
                <a:ea typeface="PingFang SC Medium"/>
                <a:cs typeface="PingFang SC Medium"/>
                <a:sym typeface="PingFang SC Medium"/>
              </a:defRPr>
            </a:lvl4pPr>
            <a:lvl5pPr marL="2122714" indent="-293914">
              <a:lnSpc>
                <a:spcPct val="90000"/>
              </a:lnSpc>
              <a:defRPr sz="1800">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1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row-img-list">
    <p:spTree>
      <p:nvGrpSpPr>
        <p:cNvPr id="1" name=""/>
        <p:cNvGrpSpPr/>
        <p:nvPr/>
      </p:nvGrpSpPr>
      <p:grpSpPr>
        <a:xfrm>
          <a:off x="0" y="0"/>
          <a:ext cx="0" cy="0"/>
          <a:chOff x="0" y="0"/>
          <a:chExt cx="0" cy="0"/>
        </a:xfrm>
      </p:grpSpPr>
      <p:pic>
        <p:nvPicPr>
          <p:cNvPr id="137" name="tray" descr="tray"/>
          <p:cNvPicPr>
            <a:picLocks noChangeAspect="1"/>
          </p:cNvPicPr>
          <p:nvPr/>
        </p:nvPicPr>
        <p:blipFill>
          <a:blip r:embed="rId2">
            <a:extLst/>
          </a:blip>
          <a:stretch>
            <a:fillRect/>
          </a:stretch>
        </p:blipFill>
        <p:spPr>
          <a:xfrm>
            <a:off x="4" y="-3991"/>
            <a:ext cx="12191993" cy="1308409"/>
          </a:xfrm>
          <a:prstGeom prst="rect">
            <a:avLst/>
          </a:prstGeom>
          <a:ln w="12700">
            <a:miter lim="400000"/>
          </a:ln>
        </p:spPr>
      </p:pic>
      <p:sp>
        <p:nvSpPr>
          <p:cNvPr id="138" name="Title Text"/>
          <p:cNvSpPr txBox="1">
            <a:spLocks noGrp="1"/>
          </p:cNvSpPr>
          <p:nvPr>
            <p:ph type="title"/>
          </p:nvPr>
        </p:nvSpPr>
        <p:spPr>
          <a:xfrm>
            <a:off x="835414" y="342412"/>
            <a:ext cx="10800000" cy="615602"/>
          </a:xfrm>
          <a:prstGeom prst="rect">
            <a:avLst/>
          </a:prstGeom>
        </p:spPr>
        <p:txBody>
          <a:bodyPr anchor="ctr"/>
          <a:lstStyle>
            <a:lvl1pPr>
              <a:defRPr>
                <a:solidFill>
                  <a:srgbClr val="000000"/>
                </a:solidFill>
              </a:defRPr>
            </a:lvl1pPr>
          </a:lstStyle>
          <a:p>
            <a:r>
              <a:t>Title Text</a:t>
            </a:r>
          </a:p>
        </p:txBody>
      </p:sp>
      <p:sp>
        <p:nvSpPr>
          <p:cNvPr id="139" name="Body Level One…"/>
          <p:cNvSpPr txBox="1">
            <a:spLocks noGrp="1"/>
          </p:cNvSpPr>
          <p:nvPr>
            <p:ph type="body" sz="quarter" idx="1"/>
          </p:nvPr>
        </p:nvSpPr>
        <p:spPr>
          <a:xfrm>
            <a:off x="902963" y="4590898"/>
            <a:ext cx="3276442" cy="1404788"/>
          </a:xfrm>
          <a:prstGeom prst="rect">
            <a:avLst/>
          </a:prstGeom>
        </p:spPr>
        <p:txBody>
          <a:bodyPr lIns="36000" tIns="36000" rIns="36000" bIns="36000"/>
          <a:lstStyle>
            <a:lvl1pPr>
              <a:lnSpc>
                <a:spcPct val="90000"/>
              </a:lnSpc>
              <a:defRPr sz="1800">
                <a:solidFill>
                  <a:srgbClr val="000000"/>
                </a:solidFill>
                <a:latin typeface="PingFang SC Medium"/>
                <a:ea typeface="PingFang SC Medium"/>
                <a:cs typeface="PingFang SC Medium"/>
                <a:sym typeface="PingFang SC Medium"/>
              </a:defRPr>
            </a:lvl1pPr>
            <a:lvl2pPr marL="628650" indent="-171450">
              <a:lnSpc>
                <a:spcPct val="90000"/>
              </a:lnSpc>
              <a:defRPr sz="1800">
                <a:solidFill>
                  <a:srgbClr val="000000"/>
                </a:solidFill>
                <a:latin typeface="PingFang SC Medium"/>
                <a:ea typeface="PingFang SC Medium"/>
                <a:cs typeface="PingFang SC Medium"/>
                <a:sym typeface="PingFang SC Medium"/>
              </a:defRPr>
            </a:lvl2pPr>
            <a:lvl3pPr marL="1120139" indent="-205739">
              <a:lnSpc>
                <a:spcPct val="90000"/>
              </a:lnSpc>
              <a:defRPr sz="1800">
                <a:solidFill>
                  <a:srgbClr val="000000"/>
                </a:solidFill>
                <a:latin typeface="PingFang SC Medium"/>
                <a:ea typeface="PingFang SC Medium"/>
                <a:cs typeface="PingFang SC Medium"/>
                <a:sym typeface="PingFang SC Medium"/>
              </a:defRPr>
            </a:lvl3pPr>
            <a:lvl4pPr>
              <a:lnSpc>
                <a:spcPct val="90000"/>
              </a:lnSpc>
              <a:defRPr sz="1800">
                <a:solidFill>
                  <a:srgbClr val="000000"/>
                </a:solidFill>
                <a:latin typeface="PingFang SC Medium"/>
                <a:ea typeface="PingFang SC Medium"/>
                <a:cs typeface="PingFang SC Medium"/>
                <a:sym typeface="PingFang SC Medium"/>
              </a:defRPr>
            </a:lvl4pPr>
            <a:lvl5pPr marL="2122714" indent="-293914">
              <a:lnSpc>
                <a:spcPct val="90000"/>
              </a:lnSpc>
              <a:defRPr sz="1800">
                <a:solidFill>
                  <a:srgbClr val="000000"/>
                </a:solidFill>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pic>
        <p:nvPicPr>
          <p:cNvPr id="140" name="list-item-img1" descr="list-item-img1"/>
          <p:cNvPicPr>
            <a:picLocks noChangeAspect="1"/>
          </p:cNvPicPr>
          <p:nvPr/>
        </p:nvPicPr>
        <p:blipFill>
          <a:blip r:embed="rId3">
            <a:extLst/>
          </a:blip>
          <a:srcRect t="1133" r="2" b="1130"/>
          <a:stretch>
            <a:fillRect/>
          </a:stretch>
        </p:blipFill>
        <p:spPr>
          <a:xfrm>
            <a:off x="883663" y="1924571"/>
            <a:ext cx="3346451" cy="2484438"/>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pic>
        <p:nvPicPr>
          <p:cNvPr id="141" name="list-item-img2" descr="list-item-img2"/>
          <p:cNvPicPr>
            <a:picLocks noChangeAspect="1"/>
          </p:cNvPicPr>
          <p:nvPr/>
        </p:nvPicPr>
        <p:blipFill>
          <a:blip r:embed="rId3">
            <a:extLst/>
          </a:blip>
          <a:srcRect t="1133" r="2" b="1130"/>
          <a:stretch>
            <a:fillRect/>
          </a:stretch>
        </p:blipFill>
        <p:spPr>
          <a:xfrm>
            <a:off x="4451722" y="1941504"/>
            <a:ext cx="3346451" cy="2484439"/>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pic>
        <p:nvPicPr>
          <p:cNvPr id="142" name="list-item-img3" descr="list-item-img3"/>
          <p:cNvPicPr>
            <a:picLocks noChangeAspect="1"/>
          </p:cNvPicPr>
          <p:nvPr/>
        </p:nvPicPr>
        <p:blipFill>
          <a:blip r:embed="rId3">
            <a:extLst/>
          </a:blip>
          <a:srcRect t="1133" r="2" b="1130"/>
          <a:stretch>
            <a:fillRect/>
          </a:stretch>
        </p:blipFill>
        <p:spPr>
          <a:xfrm>
            <a:off x="8019783" y="1950722"/>
            <a:ext cx="3346451" cy="2484439"/>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sp>
        <p:nvSpPr>
          <p:cNvPr id="1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row-img-list3">
    <p:spTree>
      <p:nvGrpSpPr>
        <p:cNvPr id="1" name=""/>
        <p:cNvGrpSpPr/>
        <p:nvPr/>
      </p:nvGrpSpPr>
      <p:grpSpPr>
        <a:xfrm>
          <a:off x="0" y="0"/>
          <a:ext cx="0" cy="0"/>
          <a:chOff x="0" y="0"/>
          <a:chExt cx="0" cy="0"/>
        </a:xfrm>
      </p:grpSpPr>
      <p:pic>
        <p:nvPicPr>
          <p:cNvPr id="150" name="tray" descr="tray"/>
          <p:cNvPicPr>
            <a:picLocks noChangeAspect="1"/>
          </p:cNvPicPr>
          <p:nvPr/>
        </p:nvPicPr>
        <p:blipFill>
          <a:blip r:embed="rId2">
            <a:extLst/>
          </a:blip>
          <a:stretch>
            <a:fillRect/>
          </a:stretch>
        </p:blipFill>
        <p:spPr>
          <a:xfrm>
            <a:off x="4" y="-3991"/>
            <a:ext cx="12191993" cy="1308409"/>
          </a:xfrm>
          <a:prstGeom prst="rect">
            <a:avLst/>
          </a:prstGeom>
          <a:ln w="12700">
            <a:miter lim="400000"/>
          </a:ln>
        </p:spPr>
      </p:pic>
      <p:sp>
        <p:nvSpPr>
          <p:cNvPr id="151" name="Title Text"/>
          <p:cNvSpPr txBox="1">
            <a:spLocks noGrp="1"/>
          </p:cNvSpPr>
          <p:nvPr>
            <p:ph type="title"/>
          </p:nvPr>
        </p:nvSpPr>
        <p:spPr>
          <a:xfrm>
            <a:off x="835414" y="342412"/>
            <a:ext cx="10800000" cy="615602"/>
          </a:xfrm>
          <a:prstGeom prst="rect">
            <a:avLst/>
          </a:prstGeom>
        </p:spPr>
        <p:txBody>
          <a:bodyPr anchor="ctr"/>
          <a:lstStyle>
            <a:lvl1pPr>
              <a:defRPr>
                <a:solidFill>
                  <a:srgbClr val="000000"/>
                </a:solidFill>
              </a:defRPr>
            </a:lvl1pPr>
          </a:lstStyle>
          <a:p>
            <a:r>
              <a:t>Title Text</a:t>
            </a:r>
          </a:p>
        </p:txBody>
      </p:sp>
      <p:sp>
        <p:nvSpPr>
          <p:cNvPr id="152" name="Body Level One…"/>
          <p:cNvSpPr txBox="1">
            <a:spLocks noGrp="1"/>
          </p:cNvSpPr>
          <p:nvPr>
            <p:ph type="body" sz="quarter" idx="1"/>
          </p:nvPr>
        </p:nvSpPr>
        <p:spPr>
          <a:xfrm>
            <a:off x="902963" y="4590898"/>
            <a:ext cx="3276442" cy="1404788"/>
          </a:xfrm>
          <a:prstGeom prst="rect">
            <a:avLst/>
          </a:prstGeom>
        </p:spPr>
        <p:txBody>
          <a:bodyPr lIns="36000" tIns="36000" rIns="36000" bIns="36000"/>
          <a:lstStyle>
            <a:lvl1pPr>
              <a:lnSpc>
                <a:spcPct val="90000"/>
              </a:lnSpc>
              <a:defRPr sz="1800">
                <a:solidFill>
                  <a:srgbClr val="000000"/>
                </a:solidFill>
                <a:latin typeface="PingFang SC Medium"/>
                <a:ea typeface="PingFang SC Medium"/>
                <a:cs typeface="PingFang SC Medium"/>
                <a:sym typeface="PingFang SC Medium"/>
              </a:defRPr>
            </a:lvl1pPr>
            <a:lvl2pPr marL="628650" indent="-171450">
              <a:lnSpc>
                <a:spcPct val="90000"/>
              </a:lnSpc>
              <a:defRPr sz="1800">
                <a:solidFill>
                  <a:srgbClr val="000000"/>
                </a:solidFill>
                <a:latin typeface="PingFang SC Medium"/>
                <a:ea typeface="PingFang SC Medium"/>
                <a:cs typeface="PingFang SC Medium"/>
                <a:sym typeface="PingFang SC Medium"/>
              </a:defRPr>
            </a:lvl2pPr>
            <a:lvl3pPr marL="1120139" indent="-205739">
              <a:lnSpc>
                <a:spcPct val="90000"/>
              </a:lnSpc>
              <a:defRPr sz="1800">
                <a:solidFill>
                  <a:srgbClr val="000000"/>
                </a:solidFill>
                <a:latin typeface="PingFang SC Medium"/>
                <a:ea typeface="PingFang SC Medium"/>
                <a:cs typeface="PingFang SC Medium"/>
                <a:sym typeface="PingFang SC Medium"/>
              </a:defRPr>
            </a:lvl3pPr>
            <a:lvl4pPr>
              <a:lnSpc>
                <a:spcPct val="90000"/>
              </a:lnSpc>
              <a:defRPr sz="1800">
                <a:solidFill>
                  <a:srgbClr val="000000"/>
                </a:solidFill>
                <a:latin typeface="PingFang SC Medium"/>
                <a:ea typeface="PingFang SC Medium"/>
                <a:cs typeface="PingFang SC Medium"/>
                <a:sym typeface="PingFang SC Medium"/>
              </a:defRPr>
            </a:lvl4pPr>
            <a:lvl5pPr marL="2122714" indent="-293914">
              <a:lnSpc>
                <a:spcPct val="90000"/>
              </a:lnSpc>
              <a:defRPr sz="1800">
                <a:solidFill>
                  <a:srgbClr val="000000"/>
                </a:solidFill>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pic>
        <p:nvPicPr>
          <p:cNvPr id="153" name="list-item-img1" descr="list-item-img1"/>
          <p:cNvPicPr>
            <a:picLocks noChangeAspect="1"/>
          </p:cNvPicPr>
          <p:nvPr/>
        </p:nvPicPr>
        <p:blipFill>
          <a:blip r:embed="rId3">
            <a:extLst/>
          </a:blip>
          <a:srcRect t="1133" r="2" b="1130"/>
          <a:stretch>
            <a:fillRect/>
          </a:stretch>
        </p:blipFill>
        <p:spPr>
          <a:xfrm>
            <a:off x="883663" y="1924571"/>
            <a:ext cx="3346451" cy="2484438"/>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pic>
        <p:nvPicPr>
          <p:cNvPr id="154" name="list-item-img2" descr="list-item-img2"/>
          <p:cNvPicPr>
            <a:picLocks noChangeAspect="1"/>
          </p:cNvPicPr>
          <p:nvPr/>
        </p:nvPicPr>
        <p:blipFill>
          <a:blip r:embed="rId3">
            <a:extLst/>
          </a:blip>
          <a:srcRect t="1133" r="2" b="1130"/>
          <a:stretch>
            <a:fillRect/>
          </a:stretch>
        </p:blipFill>
        <p:spPr>
          <a:xfrm>
            <a:off x="4451722" y="1941504"/>
            <a:ext cx="3346451" cy="2484439"/>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pic>
        <p:nvPicPr>
          <p:cNvPr id="155" name="list-item-img3" descr="list-item-img3"/>
          <p:cNvPicPr>
            <a:picLocks noChangeAspect="1"/>
          </p:cNvPicPr>
          <p:nvPr/>
        </p:nvPicPr>
        <p:blipFill>
          <a:blip r:embed="rId3">
            <a:extLst/>
          </a:blip>
          <a:srcRect t="1133" r="2" b="1130"/>
          <a:stretch>
            <a:fillRect/>
          </a:stretch>
        </p:blipFill>
        <p:spPr>
          <a:xfrm>
            <a:off x="8019783" y="1950722"/>
            <a:ext cx="3346451" cy="2484439"/>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sp>
        <p:nvSpPr>
          <p:cNvPr id="1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row-img-list2">
    <p:spTree>
      <p:nvGrpSpPr>
        <p:cNvPr id="1" name=""/>
        <p:cNvGrpSpPr/>
        <p:nvPr/>
      </p:nvGrpSpPr>
      <p:grpSpPr>
        <a:xfrm>
          <a:off x="0" y="0"/>
          <a:ext cx="0" cy="0"/>
          <a:chOff x="0" y="0"/>
          <a:chExt cx="0" cy="0"/>
        </a:xfrm>
      </p:grpSpPr>
      <p:pic>
        <p:nvPicPr>
          <p:cNvPr id="163" name="tray" descr="tray"/>
          <p:cNvPicPr>
            <a:picLocks noChangeAspect="1"/>
          </p:cNvPicPr>
          <p:nvPr/>
        </p:nvPicPr>
        <p:blipFill>
          <a:blip r:embed="rId2">
            <a:extLst/>
          </a:blip>
          <a:stretch>
            <a:fillRect/>
          </a:stretch>
        </p:blipFill>
        <p:spPr>
          <a:xfrm>
            <a:off x="4" y="-3991"/>
            <a:ext cx="12191993" cy="1308409"/>
          </a:xfrm>
          <a:prstGeom prst="rect">
            <a:avLst/>
          </a:prstGeom>
          <a:ln w="12700">
            <a:miter lim="400000"/>
          </a:ln>
        </p:spPr>
      </p:pic>
      <p:sp>
        <p:nvSpPr>
          <p:cNvPr id="164" name="Title Text"/>
          <p:cNvSpPr txBox="1">
            <a:spLocks noGrp="1"/>
          </p:cNvSpPr>
          <p:nvPr>
            <p:ph type="title"/>
          </p:nvPr>
        </p:nvSpPr>
        <p:spPr>
          <a:xfrm>
            <a:off x="835414" y="342412"/>
            <a:ext cx="10800000" cy="615602"/>
          </a:xfrm>
          <a:prstGeom prst="rect">
            <a:avLst/>
          </a:prstGeom>
        </p:spPr>
        <p:txBody>
          <a:bodyPr anchor="ctr"/>
          <a:lstStyle>
            <a:lvl1pPr>
              <a:defRPr>
                <a:solidFill>
                  <a:srgbClr val="000000"/>
                </a:solidFill>
              </a:defRPr>
            </a:lvl1pPr>
          </a:lstStyle>
          <a:p>
            <a:r>
              <a:t>Title Text</a:t>
            </a:r>
          </a:p>
        </p:txBody>
      </p:sp>
      <p:sp>
        <p:nvSpPr>
          <p:cNvPr id="165" name="Body Level One…"/>
          <p:cNvSpPr txBox="1">
            <a:spLocks noGrp="1"/>
          </p:cNvSpPr>
          <p:nvPr>
            <p:ph type="body" sz="quarter" idx="1"/>
          </p:nvPr>
        </p:nvSpPr>
        <p:spPr>
          <a:xfrm>
            <a:off x="1014153" y="5059614"/>
            <a:ext cx="4951263" cy="1441427"/>
          </a:xfrm>
          <a:prstGeom prst="rect">
            <a:avLst/>
          </a:prstGeom>
        </p:spPr>
        <p:txBody>
          <a:bodyPr lIns="36000" tIns="36000" rIns="36000" bIns="36000"/>
          <a:lstStyle>
            <a:lvl1pPr>
              <a:lnSpc>
                <a:spcPct val="90000"/>
              </a:lnSpc>
              <a:defRPr sz="1800">
                <a:solidFill>
                  <a:srgbClr val="000000"/>
                </a:solidFill>
                <a:latin typeface="PingFang SC Medium"/>
                <a:ea typeface="PingFang SC Medium"/>
                <a:cs typeface="PingFang SC Medium"/>
                <a:sym typeface="PingFang SC Medium"/>
              </a:defRPr>
            </a:lvl1pPr>
            <a:lvl2pPr marL="628650" indent="-171450">
              <a:lnSpc>
                <a:spcPct val="90000"/>
              </a:lnSpc>
              <a:defRPr sz="1800">
                <a:solidFill>
                  <a:srgbClr val="000000"/>
                </a:solidFill>
                <a:latin typeface="PingFang SC Medium"/>
                <a:ea typeface="PingFang SC Medium"/>
                <a:cs typeface="PingFang SC Medium"/>
                <a:sym typeface="PingFang SC Medium"/>
              </a:defRPr>
            </a:lvl2pPr>
            <a:lvl3pPr marL="1120139" indent="-205739">
              <a:lnSpc>
                <a:spcPct val="90000"/>
              </a:lnSpc>
              <a:defRPr sz="1800">
                <a:solidFill>
                  <a:srgbClr val="000000"/>
                </a:solidFill>
                <a:latin typeface="PingFang SC Medium"/>
                <a:ea typeface="PingFang SC Medium"/>
                <a:cs typeface="PingFang SC Medium"/>
                <a:sym typeface="PingFang SC Medium"/>
              </a:defRPr>
            </a:lvl3pPr>
            <a:lvl4pPr>
              <a:lnSpc>
                <a:spcPct val="90000"/>
              </a:lnSpc>
              <a:defRPr sz="1800">
                <a:solidFill>
                  <a:srgbClr val="000000"/>
                </a:solidFill>
                <a:latin typeface="PingFang SC Medium"/>
                <a:ea typeface="PingFang SC Medium"/>
                <a:cs typeface="PingFang SC Medium"/>
                <a:sym typeface="PingFang SC Medium"/>
              </a:defRPr>
            </a:lvl4pPr>
            <a:lvl5pPr marL="2122714" indent="-293914">
              <a:lnSpc>
                <a:spcPct val="90000"/>
              </a:lnSpc>
              <a:defRPr sz="1800">
                <a:solidFill>
                  <a:srgbClr val="000000"/>
                </a:solidFill>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pic>
        <p:nvPicPr>
          <p:cNvPr id="166" name="list-item-img1" descr="list-item-img1"/>
          <p:cNvPicPr>
            <a:picLocks noChangeAspect="1"/>
          </p:cNvPicPr>
          <p:nvPr/>
        </p:nvPicPr>
        <p:blipFill>
          <a:blip r:embed="rId3">
            <a:extLst/>
          </a:blip>
          <a:srcRect t="6407" b="6406"/>
          <a:stretch>
            <a:fillRect/>
          </a:stretch>
        </p:blipFill>
        <p:spPr>
          <a:xfrm>
            <a:off x="1014152" y="1654035"/>
            <a:ext cx="4951264" cy="3278982"/>
          </a:xfrm>
          <a:custGeom>
            <a:avLst/>
            <a:gdLst/>
            <a:ahLst/>
            <a:cxnLst>
              <a:cxn ang="0">
                <a:pos x="wd2" y="hd2"/>
              </a:cxn>
              <a:cxn ang="5400000">
                <a:pos x="wd2" y="hd2"/>
              </a:cxn>
              <a:cxn ang="10800000">
                <a:pos x="wd2" y="hd2"/>
              </a:cxn>
              <a:cxn ang="16200000">
                <a:pos x="wd2" y="hd2"/>
              </a:cxn>
            </a:cxnLst>
            <a:rect l="0" t="0" r="r" b="b"/>
            <a:pathLst>
              <a:path w="21600" h="21600" extrusionOk="0">
                <a:moveTo>
                  <a:pt x="635" y="0"/>
                </a:moveTo>
                <a:cubicBezTo>
                  <a:pt x="284" y="0"/>
                  <a:pt x="0" y="429"/>
                  <a:pt x="0" y="959"/>
                </a:cubicBezTo>
                <a:lnTo>
                  <a:pt x="0" y="20641"/>
                </a:lnTo>
                <a:cubicBezTo>
                  <a:pt x="0" y="21171"/>
                  <a:pt x="284" y="21600"/>
                  <a:pt x="635" y="21600"/>
                </a:cubicBezTo>
                <a:lnTo>
                  <a:pt x="20965" y="21600"/>
                </a:lnTo>
                <a:cubicBezTo>
                  <a:pt x="21316" y="21600"/>
                  <a:pt x="21600" y="21171"/>
                  <a:pt x="21600" y="20641"/>
                </a:cubicBezTo>
                <a:lnTo>
                  <a:pt x="21600" y="959"/>
                </a:lnTo>
                <a:cubicBezTo>
                  <a:pt x="21600" y="429"/>
                  <a:pt x="21316" y="0"/>
                  <a:pt x="20965" y="0"/>
                </a:cubicBezTo>
                <a:lnTo>
                  <a:pt x="635" y="0"/>
                </a:lnTo>
                <a:close/>
              </a:path>
            </a:pathLst>
          </a:custGeom>
          <a:ln w="12700">
            <a:miter lim="400000"/>
          </a:ln>
        </p:spPr>
      </p:pic>
      <p:pic>
        <p:nvPicPr>
          <p:cNvPr id="167" name="list-item-img2" descr="list-item-img2"/>
          <p:cNvPicPr>
            <a:picLocks noChangeAspect="1"/>
          </p:cNvPicPr>
          <p:nvPr/>
        </p:nvPicPr>
        <p:blipFill>
          <a:blip r:embed="rId3">
            <a:extLst/>
          </a:blip>
          <a:srcRect t="6407" b="6406"/>
          <a:stretch>
            <a:fillRect/>
          </a:stretch>
        </p:blipFill>
        <p:spPr>
          <a:xfrm>
            <a:off x="6384052" y="1650821"/>
            <a:ext cx="4951264" cy="3278983"/>
          </a:xfrm>
          <a:custGeom>
            <a:avLst/>
            <a:gdLst/>
            <a:ahLst/>
            <a:cxnLst>
              <a:cxn ang="0">
                <a:pos x="wd2" y="hd2"/>
              </a:cxn>
              <a:cxn ang="5400000">
                <a:pos x="wd2" y="hd2"/>
              </a:cxn>
              <a:cxn ang="10800000">
                <a:pos x="wd2" y="hd2"/>
              </a:cxn>
              <a:cxn ang="16200000">
                <a:pos x="wd2" y="hd2"/>
              </a:cxn>
            </a:cxnLst>
            <a:rect l="0" t="0" r="r" b="b"/>
            <a:pathLst>
              <a:path w="21600" h="21600" extrusionOk="0">
                <a:moveTo>
                  <a:pt x="635" y="0"/>
                </a:moveTo>
                <a:cubicBezTo>
                  <a:pt x="284" y="0"/>
                  <a:pt x="0" y="429"/>
                  <a:pt x="0" y="959"/>
                </a:cubicBezTo>
                <a:lnTo>
                  <a:pt x="0" y="20641"/>
                </a:lnTo>
                <a:cubicBezTo>
                  <a:pt x="0" y="21171"/>
                  <a:pt x="284" y="21600"/>
                  <a:pt x="635" y="21600"/>
                </a:cubicBezTo>
                <a:lnTo>
                  <a:pt x="20965" y="21600"/>
                </a:lnTo>
                <a:cubicBezTo>
                  <a:pt x="21316" y="21600"/>
                  <a:pt x="21600" y="21171"/>
                  <a:pt x="21600" y="20641"/>
                </a:cubicBezTo>
                <a:lnTo>
                  <a:pt x="21600" y="959"/>
                </a:lnTo>
                <a:cubicBezTo>
                  <a:pt x="21600" y="429"/>
                  <a:pt x="21316" y="0"/>
                  <a:pt x="20965" y="0"/>
                </a:cubicBezTo>
                <a:lnTo>
                  <a:pt x="635" y="0"/>
                </a:lnTo>
                <a:close/>
              </a:path>
            </a:pathLst>
          </a:custGeom>
          <a:ln w="12700">
            <a:miter lim="400000"/>
          </a:ln>
        </p:spPr>
      </p:pic>
      <p:sp>
        <p:nvSpPr>
          <p:cNvPr id="1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badge">
    <p:spTree>
      <p:nvGrpSpPr>
        <p:cNvPr id="1" name=""/>
        <p:cNvGrpSpPr/>
        <p:nvPr/>
      </p:nvGrpSpPr>
      <p:grpSpPr>
        <a:xfrm>
          <a:off x="0" y="0"/>
          <a:ext cx="0" cy="0"/>
          <a:chOff x="0" y="0"/>
          <a:chExt cx="0" cy="0"/>
        </a:xfrm>
      </p:grpSpPr>
      <p:pic>
        <p:nvPicPr>
          <p:cNvPr id="175" name="badge" descr="badge">
            <a:hlinkClick r:id="rId2"/>
          </p:cNvPr>
          <p:cNvPicPr>
            <a:picLocks noChangeAspect="1"/>
          </p:cNvPicPr>
          <p:nvPr/>
        </p:nvPicPr>
        <p:blipFill>
          <a:blip r:embed="rId3">
            <a:extLst/>
          </a:blip>
          <a:stretch>
            <a:fillRect/>
          </a:stretch>
        </p:blipFill>
        <p:spPr>
          <a:xfrm>
            <a:off x="0" y="6172200"/>
            <a:ext cx="2151933" cy="687600"/>
          </a:xfrm>
          <a:prstGeom prst="rect">
            <a:avLst/>
          </a:prstGeom>
          <a:ln w="12700">
            <a:miter lim="400000"/>
          </a:ln>
        </p:spPr>
      </p:pic>
      <p:sp>
        <p:nvSpPr>
          <p:cNvPr id="1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swot">
    <p:spTree>
      <p:nvGrpSpPr>
        <p:cNvPr id="1" name=""/>
        <p:cNvGrpSpPr/>
        <p:nvPr/>
      </p:nvGrpSpPr>
      <p:grpSpPr>
        <a:xfrm>
          <a:off x="0" y="0"/>
          <a:ext cx="0" cy="0"/>
          <a:chOff x="0" y="0"/>
          <a:chExt cx="0" cy="0"/>
        </a:xfrm>
      </p:grpSpPr>
      <p:pic>
        <p:nvPicPr>
          <p:cNvPr id="183" name="shape3" descr="shape3"/>
          <p:cNvPicPr>
            <a:picLocks noChangeAspect="1"/>
          </p:cNvPicPr>
          <p:nvPr/>
        </p:nvPicPr>
        <p:blipFill>
          <a:blip r:embed="rId2">
            <a:extLst/>
          </a:blip>
          <a:stretch>
            <a:fillRect/>
          </a:stretch>
        </p:blipFill>
        <p:spPr>
          <a:xfrm>
            <a:off x="4587997" y="4202748"/>
            <a:ext cx="1386841" cy="1386841"/>
          </a:xfrm>
          <a:prstGeom prst="rect">
            <a:avLst/>
          </a:prstGeom>
          <a:ln w="12700">
            <a:miter lim="400000"/>
          </a:ln>
        </p:spPr>
      </p:pic>
      <p:pic>
        <p:nvPicPr>
          <p:cNvPr id="184" name="shape1" descr="shape1"/>
          <p:cNvPicPr>
            <a:picLocks noChangeAspect="1"/>
          </p:cNvPicPr>
          <p:nvPr/>
        </p:nvPicPr>
        <p:blipFill>
          <a:blip r:embed="rId3">
            <a:extLst/>
          </a:blip>
          <a:stretch>
            <a:fillRect/>
          </a:stretch>
        </p:blipFill>
        <p:spPr>
          <a:xfrm>
            <a:off x="4575447" y="2595879"/>
            <a:ext cx="1386841" cy="1386841"/>
          </a:xfrm>
          <a:prstGeom prst="rect">
            <a:avLst/>
          </a:prstGeom>
          <a:ln w="12700">
            <a:miter lim="400000"/>
          </a:ln>
        </p:spPr>
      </p:pic>
      <p:pic>
        <p:nvPicPr>
          <p:cNvPr id="185" name="shape2" descr="shape2"/>
          <p:cNvPicPr>
            <a:picLocks noChangeAspect="1"/>
          </p:cNvPicPr>
          <p:nvPr/>
        </p:nvPicPr>
        <p:blipFill>
          <a:blip r:embed="rId4">
            <a:extLst/>
          </a:blip>
          <a:stretch>
            <a:fillRect/>
          </a:stretch>
        </p:blipFill>
        <p:spPr>
          <a:xfrm>
            <a:off x="6249034" y="2595879"/>
            <a:ext cx="1386841" cy="1386841"/>
          </a:xfrm>
          <a:prstGeom prst="rect">
            <a:avLst/>
          </a:prstGeom>
          <a:ln w="12700">
            <a:miter lim="400000"/>
          </a:ln>
        </p:spPr>
      </p:pic>
      <p:pic>
        <p:nvPicPr>
          <p:cNvPr id="186" name="shape4" descr="shape4"/>
          <p:cNvPicPr>
            <a:picLocks noChangeAspect="1"/>
          </p:cNvPicPr>
          <p:nvPr/>
        </p:nvPicPr>
        <p:blipFill>
          <a:blip r:embed="rId5">
            <a:extLst/>
          </a:blip>
          <a:stretch>
            <a:fillRect/>
          </a:stretch>
        </p:blipFill>
        <p:spPr>
          <a:xfrm>
            <a:off x="6235700" y="4210050"/>
            <a:ext cx="1386840" cy="1386840"/>
          </a:xfrm>
          <a:prstGeom prst="rect">
            <a:avLst/>
          </a:prstGeom>
          <a:ln w="12700">
            <a:miter lim="400000"/>
          </a:ln>
        </p:spPr>
      </p:pic>
      <p:pic>
        <p:nvPicPr>
          <p:cNvPr id="187" name="tray" descr="tray"/>
          <p:cNvPicPr>
            <a:picLocks noChangeAspect="1"/>
          </p:cNvPicPr>
          <p:nvPr/>
        </p:nvPicPr>
        <p:blipFill>
          <a:blip r:embed="rId6">
            <a:extLst/>
          </a:blip>
          <a:stretch>
            <a:fillRect/>
          </a:stretch>
        </p:blipFill>
        <p:spPr>
          <a:xfrm>
            <a:off x="4" y="-3991"/>
            <a:ext cx="12191993" cy="1308409"/>
          </a:xfrm>
          <a:prstGeom prst="rect">
            <a:avLst/>
          </a:prstGeom>
          <a:ln w="12700">
            <a:miter lim="400000"/>
          </a:ln>
        </p:spPr>
      </p:pic>
      <p:sp>
        <p:nvSpPr>
          <p:cNvPr id="188" name="Body Level One…"/>
          <p:cNvSpPr txBox="1">
            <a:spLocks noGrp="1"/>
          </p:cNvSpPr>
          <p:nvPr>
            <p:ph type="body" sz="quarter" idx="1"/>
          </p:nvPr>
        </p:nvSpPr>
        <p:spPr>
          <a:xfrm>
            <a:off x="898359" y="2362922"/>
            <a:ext cx="3465095" cy="1315507"/>
          </a:xfrm>
          <a:prstGeom prst="rect">
            <a:avLst/>
          </a:prstGeom>
        </p:spPr>
        <p:txBody>
          <a:bodyPr lIns="72000" tIns="72000" rIns="72000" bIns="72000"/>
          <a:lstStyle>
            <a:lvl1pPr>
              <a:lnSpc>
                <a:spcPct val="90000"/>
              </a:lnSpc>
              <a:defRPr sz="1800">
                <a:solidFill>
                  <a:srgbClr val="000000"/>
                </a:solidFill>
                <a:latin typeface="PingFang SC Medium"/>
                <a:ea typeface="PingFang SC Medium"/>
                <a:cs typeface="PingFang SC Medium"/>
                <a:sym typeface="PingFang SC Medium"/>
              </a:defRPr>
            </a:lvl1pPr>
            <a:lvl2pPr marL="628650" indent="-171450">
              <a:lnSpc>
                <a:spcPct val="90000"/>
              </a:lnSpc>
              <a:defRPr sz="1800">
                <a:solidFill>
                  <a:srgbClr val="000000"/>
                </a:solidFill>
                <a:latin typeface="PingFang SC Medium"/>
                <a:ea typeface="PingFang SC Medium"/>
                <a:cs typeface="PingFang SC Medium"/>
                <a:sym typeface="PingFang SC Medium"/>
              </a:defRPr>
            </a:lvl2pPr>
            <a:lvl3pPr marL="1120139" indent="-205739">
              <a:lnSpc>
                <a:spcPct val="90000"/>
              </a:lnSpc>
              <a:defRPr sz="1800">
                <a:solidFill>
                  <a:srgbClr val="000000"/>
                </a:solidFill>
                <a:latin typeface="PingFang SC Medium"/>
                <a:ea typeface="PingFang SC Medium"/>
                <a:cs typeface="PingFang SC Medium"/>
                <a:sym typeface="PingFang SC Medium"/>
              </a:defRPr>
            </a:lvl3pPr>
            <a:lvl4pPr>
              <a:lnSpc>
                <a:spcPct val="90000"/>
              </a:lnSpc>
              <a:defRPr sz="1800">
                <a:solidFill>
                  <a:srgbClr val="000000"/>
                </a:solidFill>
                <a:latin typeface="PingFang SC Medium"/>
                <a:ea typeface="PingFang SC Medium"/>
                <a:cs typeface="PingFang SC Medium"/>
                <a:sym typeface="PingFang SC Medium"/>
              </a:defRPr>
            </a:lvl4pPr>
            <a:lvl5pPr marL="2122714" indent="-293914">
              <a:lnSpc>
                <a:spcPct val="90000"/>
              </a:lnSpc>
              <a:defRPr sz="1800">
                <a:solidFill>
                  <a:srgbClr val="000000"/>
                </a:solidFill>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189" name="Title Text"/>
          <p:cNvSpPr txBox="1">
            <a:spLocks noGrp="1"/>
          </p:cNvSpPr>
          <p:nvPr>
            <p:ph type="title"/>
          </p:nvPr>
        </p:nvSpPr>
        <p:spPr>
          <a:xfrm>
            <a:off x="838200" y="365125"/>
            <a:ext cx="10515600" cy="494412"/>
          </a:xfrm>
          <a:prstGeom prst="rect">
            <a:avLst/>
          </a:prstGeom>
        </p:spPr>
        <p:txBody>
          <a:bodyPr/>
          <a:lstStyle>
            <a:lvl1pPr>
              <a:defRPr sz="3400">
                <a:solidFill>
                  <a:srgbClr val="000000"/>
                </a:solidFill>
              </a:defRPr>
            </a:lvl1pPr>
          </a:lstStyle>
          <a:p>
            <a:r>
              <a:t>Title Text</a:t>
            </a:r>
          </a:p>
        </p:txBody>
      </p:sp>
      <p:sp>
        <p:nvSpPr>
          <p:cNvPr id="1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poster">
    <p:spTree>
      <p:nvGrpSpPr>
        <p:cNvPr id="1" name=""/>
        <p:cNvGrpSpPr/>
        <p:nvPr/>
      </p:nvGrpSpPr>
      <p:grpSpPr>
        <a:xfrm>
          <a:off x="0" y="0"/>
          <a:ext cx="0" cy="0"/>
          <a:chOff x="0" y="0"/>
          <a:chExt cx="0" cy="0"/>
        </a:xfrm>
      </p:grpSpPr>
      <p:pic>
        <p:nvPicPr>
          <p:cNvPr id="197" name="list-item-img1" descr="list-item-img1"/>
          <p:cNvPicPr>
            <a:picLocks noChangeAspect="1"/>
          </p:cNvPicPr>
          <p:nvPr/>
        </p:nvPicPr>
        <p:blipFill>
          <a:blip r:embed="rId2">
            <a:extLst/>
          </a:blip>
          <a:srcRect t="425" b="424"/>
          <a:stretch>
            <a:fillRect/>
          </a:stretch>
        </p:blipFill>
        <p:spPr>
          <a:xfrm>
            <a:off x="333554" y="358776"/>
            <a:ext cx="8153221" cy="6140451"/>
          </a:xfrm>
          <a:custGeom>
            <a:avLst/>
            <a:gdLst/>
            <a:ahLst/>
            <a:cxnLst>
              <a:cxn ang="0">
                <a:pos x="wd2" y="hd2"/>
              </a:cxn>
              <a:cxn ang="5400000">
                <a:pos x="wd2" y="hd2"/>
              </a:cxn>
              <a:cxn ang="10800000">
                <a:pos x="wd2" y="hd2"/>
              </a:cxn>
              <a:cxn ang="16200000">
                <a:pos x="wd2" y="hd2"/>
              </a:cxn>
            </a:cxnLst>
            <a:rect l="0" t="0" r="r" b="b"/>
            <a:pathLst>
              <a:path w="21600" h="21600" extrusionOk="0">
                <a:moveTo>
                  <a:pt x="507" y="0"/>
                </a:moveTo>
                <a:cubicBezTo>
                  <a:pt x="227" y="0"/>
                  <a:pt x="0" y="301"/>
                  <a:pt x="0" y="673"/>
                </a:cubicBezTo>
                <a:lnTo>
                  <a:pt x="0" y="20927"/>
                </a:lnTo>
                <a:cubicBezTo>
                  <a:pt x="0" y="21299"/>
                  <a:pt x="227" y="21600"/>
                  <a:pt x="507" y="21600"/>
                </a:cubicBezTo>
                <a:lnTo>
                  <a:pt x="21092" y="21600"/>
                </a:lnTo>
                <a:cubicBezTo>
                  <a:pt x="21372" y="21600"/>
                  <a:pt x="21600" y="21299"/>
                  <a:pt x="21600" y="20927"/>
                </a:cubicBezTo>
                <a:lnTo>
                  <a:pt x="21600" y="673"/>
                </a:lnTo>
                <a:cubicBezTo>
                  <a:pt x="21600" y="301"/>
                  <a:pt x="21372" y="0"/>
                  <a:pt x="21092" y="0"/>
                </a:cubicBezTo>
                <a:lnTo>
                  <a:pt x="507" y="0"/>
                </a:lnTo>
                <a:close/>
              </a:path>
            </a:pathLst>
          </a:custGeom>
          <a:ln w="12700">
            <a:miter lim="400000"/>
          </a:ln>
        </p:spPr>
      </p:pic>
      <p:sp>
        <p:nvSpPr>
          <p:cNvPr id="198" name="Body Level One…"/>
          <p:cNvSpPr txBox="1">
            <a:spLocks noGrp="1"/>
          </p:cNvSpPr>
          <p:nvPr>
            <p:ph type="body" sz="quarter" idx="1" hasCustomPrompt="1"/>
          </p:nvPr>
        </p:nvSpPr>
        <p:spPr>
          <a:xfrm>
            <a:off x="8869487" y="5353074"/>
            <a:ext cx="3136349" cy="1146151"/>
          </a:xfrm>
          <a:prstGeom prst="rect">
            <a:avLst/>
          </a:prstGeom>
        </p:spPr>
        <p:txBody>
          <a:bodyPr lIns="72000" tIns="72000" rIns="72000" bIns="72000" anchor="b"/>
          <a:lstStyle>
            <a:lvl1pPr>
              <a:defRPr sz="1800">
                <a:solidFill>
                  <a:srgbClr val="000000"/>
                </a:solidFill>
                <a:latin typeface="PingFang SC Medium"/>
                <a:ea typeface="PingFang SC Medium"/>
                <a:cs typeface="PingFang SC Medium"/>
                <a:sym typeface="PingFang SC Medium"/>
              </a:defRPr>
            </a:lvl1pPr>
            <a:lvl2pPr marL="628650" indent="-171450">
              <a:defRPr sz="1800">
                <a:solidFill>
                  <a:srgbClr val="000000"/>
                </a:solidFill>
                <a:latin typeface="PingFang SC Medium"/>
                <a:ea typeface="PingFang SC Medium"/>
                <a:cs typeface="PingFang SC Medium"/>
                <a:sym typeface="PingFang SC Medium"/>
              </a:defRPr>
            </a:lvl2pPr>
            <a:lvl3pPr marL="1120139" indent="-205739">
              <a:defRPr sz="1800">
                <a:solidFill>
                  <a:srgbClr val="000000"/>
                </a:solidFill>
                <a:latin typeface="PingFang SC Medium"/>
                <a:ea typeface="PingFang SC Medium"/>
                <a:cs typeface="PingFang SC Medium"/>
                <a:sym typeface="PingFang SC Medium"/>
              </a:defRPr>
            </a:lvl3pPr>
            <a:lvl4pPr>
              <a:defRPr sz="1800">
                <a:solidFill>
                  <a:srgbClr val="000000"/>
                </a:solidFill>
                <a:latin typeface="PingFang SC Medium"/>
                <a:ea typeface="PingFang SC Medium"/>
                <a:cs typeface="PingFang SC Medium"/>
                <a:sym typeface="PingFang SC Medium"/>
              </a:defRPr>
            </a:lvl4pPr>
            <a:lvl5pPr marL="2122714" indent="-293914">
              <a:defRPr sz="1800">
                <a:solidFill>
                  <a:srgbClr val="000000"/>
                </a:solidFill>
                <a:latin typeface="PingFang SC Medium"/>
                <a:ea typeface="PingFang SC Medium"/>
                <a:cs typeface="PingFang SC Medium"/>
                <a:sym typeface="PingFang SC Medium"/>
              </a:defRPr>
            </a:lvl5pPr>
          </a:lstStyle>
          <a:p>
            <a:r>
              <a:t>Click to edit Master text styles</a:t>
            </a:r>
          </a:p>
          <a:p>
            <a:pPr lvl="1"/>
            <a:endParaRPr/>
          </a:p>
          <a:p>
            <a:pPr lvl="2"/>
            <a:endParaRPr/>
          </a:p>
          <a:p>
            <a:pPr lvl="3"/>
            <a:endParaRPr/>
          </a:p>
          <a:p>
            <a:pPr lvl="4"/>
            <a:endParaRPr/>
          </a:p>
        </p:txBody>
      </p:sp>
      <p:sp>
        <p:nvSpPr>
          <p:cNvPr id="199" name="Title Text"/>
          <p:cNvSpPr txBox="1">
            <a:spLocks noGrp="1"/>
          </p:cNvSpPr>
          <p:nvPr>
            <p:ph type="title"/>
          </p:nvPr>
        </p:nvSpPr>
        <p:spPr>
          <a:xfrm>
            <a:off x="8869487" y="1295999"/>
            <a:ext cx="3136350" cy="918314"/>
          </a:xfrm>
          <a:prstGeom prst="rect">
            <a:avLst/>
          </a:prstGeom>
        </p:spPr>
        <p:txBody>
          <a:bodyPr/>
          <a:lstStyle>
            <a:lvl1pPr>
              <a:defRPr sz="2800">
                <a:solidFill>
                  <a:srgbClr val="000000"/>
                </a:solidFill>
              </a:defRPr>
            </a:lvl1pPr>
          </a:lstStyle>
          <a:p>
            <a:r>
              <a:t>Title Text</a:t>
            </a:r>
          </a:p>
        </p:txBody>
      </p:sp>
      <p:sp>
        <p:nvSpPr>
          <p:cNvPr id="2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column-list">
    <p:spTree>
      <p:nvGrpSpPr>
        <p:cNvPr id="1" name=""/>
        <p:cNvGrpSpPr/>
        <p:nvPr/>
      </p:nvGrpSpPr>
      <p:grpSpPr>
        <a:xfrm>
          <a:off x="0" y="0"/>
          <a:ext cx="0" cy="0"/>
          <a:chOff x="0" y="0"/>
          <a:chExt cx="0" cy="0"/>
        </a:xfrm>
      </p:grpSpPr>
      <p:pic>
        <p:nvPicPr>
          <p:cNvPr id="207" name="shape1" descr="shape1"/>
          <p:cNvPicPr>
            <a:picLocks noChangeAspect="1"/>
          </p:cNvPicPr>
          <p:nvPr/>
        </p:nvPicPr>
        <p:blipFill>
          <a:blip r:embed="rId2">
            <a:extLst/>
          </a:blip>
          <a:stretch>
            <a:fillRect/>
          </a:stretch>
        </p:blipFill>
        <p:spPr>
          <a:xfrm>
            <a:off x="5002529" y="1513839"/>
            <a:ext cx="6552567" cy="1323341"/>
          </a:xfrm>
          <a:prstGeom prst="rect">
            <a:avLst/>
          </a:prstGeom>
          <a:ln w="12700">
            <a:miter lim="400000"/>
          </a:ln>
        </p:spPr>
      </p:pic>
      <p:pic>
        <p:nvPicPr>
          <p:cNvPr id="208" name="shape3" descr="shape3"/>
          <p:cNvPicPr>
            <a:picLocks noChangeAspect="1"/>
          </p:cNvPicPr>
          <p:nvPr/>
        </p:nvPicPr>
        <p:blipFill>
          <a:blip r:embed="rId2">
            <a:extLst/>
          </a:blip>
          <a:stretch>
            <a:fillRect/>
          </a:stretch>
        </p:blipFill>
        <p:spPr>
          <a:xfrm>
            <a:off x="5009515" y="4684395"/>
            <a:ext cx="6552566" cy="1323341"/>
          </a:xfrm>
          <a:prstGeom prst="rect">
            <a:avLst/>
          </a:prstGeom>
          <a:ln w="12700">
            <a:miter lim="400000"/>
          </a:ln>
        </p:spPr>
      </p:pic>
      <p:pic>
        <p:nvPicPr>
          <p:cNvPr id="209" name="shape2" descr="shape2"/>
          <p:cNvPicPr>
            <a:picLocks noChangeAspect="1"/>
          </p:cNvPicPr>
          <p:nvPr/>
        </p:nvPicPr>
        <p:blipFill>
          <a:blip r:embed="rId2">
            <a:extLst/>
          </a:blip>
          <a:stretch>
            <a:fillRect/>
          </a:stretch>
        </p:blipFill>
        <p:spPr>
          <a:xfrm>
            <a:off x="5001259" y="3094989"/>
            <a:ext cx="6562091" cy="1323341"/>
          </a:xfrm>
          <a:prstGeom prst="rect">
            <a:avLst/>
          </a:prstGeom>
          <a:ln w="12700">
            <a:miter lim="400000"/>
          </a:ln>
        </p:spPr>
      </p:pic>
      <p:sp>
        <p:nvSpPr>
          <p:cNvPr id="210" name="Body Level One…"/>
          <p:cNvSpPr txBox="1">
            <a:spLocks noGrp="1"/>
          </p:cNvSpPr>
          <p:nvPr>
            <p:ph type="body" sz="quarter" idx="1"/>
          </p:nvPr>
        </p:nvSpPr>
        <p:spPr>
          <a:xfrm>
            <a:off x="5002529" y="1521460"/>
            <a:ext cx="6559551" cy="1315721"/>
          </a:xfrm>
          <a:prstGeom prst="rect">
            <a:avLst/>
          </a:prstGeom>
        </p:spPr>
        <p:txBody>
          <a:bodyPr lIns="72000" tIns="72000" rIns="72000" bIns="72000"/>
          <a:lstStyle>
            <a:lvl1pPr>
              <a:lnSpc>
                <a:spcPct val="90000"/>
              </a:lnSpc>
              <a:defRPr sz="1800">
                <a:solidFill>
                  <a:srgbClr val="000000"/>
                </a:solidFill>
                <a:latin typeface="PingFang SC Medium"/>
                <a:ea typeface="PingFang SC Medium"/>
                <a:cs typeface="PingFang SC Medium"/>
                <a:sym typeface="PingFang SC Medium"/>
              </a:defRPr>
            </a:lvl1pPr>
            <a:lvl2pPr marL="628650" indent="-171450">
              <a:lnSpc>
                <a:spcPct val="90000"/>
              </a:lnSpc>
              <a:defRPr sz="1800">
                <a:solidFill>
                  <a:srgbClr val="000000"/>
                </a:solidFill>
                <a:latin typeface="PingFang SC Medium"/>
                <a:ea typeface="PingFang SC Medium"/>
                <a:cs typeface="PingFang SC Medium"/>
                <a:sym typeface="PingFang SC Medium"/>
              </a:defRPr>
            </a:lvl2pPr>
            <a:lvl3pPr marL="1120139" indent="-205739">
              <a:lnSpc>
                <a:spcPct val="90000"/>
              </a:lnSpc>
              <a:defRPr sz="1800">
                <a:solidFill>
                  <a:srgbClr val="000000"/>
                </a:solidFill>
                <a:latin typeface="PingFang SC Medium"/>
                <a:ea typeface="PingFang SC Medium"/>
                <a:cs typeface="PingFang SC Medium"/>
                <a:sym typeface="PingFang SC Medium"/>
              </a:defRPr>
            </a:lvl3pPr>
            <a:lvl4pPr>
              <a:lnSpc>
                <a:spcPct val="90000"/>
              </a:lnSpc>
              <a:defRPr sz="1800">
                <a:solidFill>
                  <a:srgbClr val="000000"/>
                </a:solidFill>
                <a:latin typeface="PingFang SC Medium"/>
                <a:ea typeface="PingFang SC Medium"/>
                <a:cs typeface="PingFang SC Medium"/>
                <a:sym typeface="PingFang SC Medium"/>
              </a:defRPr>
            </a:lvl4pPr>
            <a:lvl5pPr marL="2122714" indent="-293914">
              <a:lnSpc>
                <a:spcPct val="90000"/>
              </a:lnSpc>
              <a:defRPr sz="1800">
                <a:solidFill>
                  <a:srgbClr val="000000"/>
                </a:solidFill>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211" name="Title Text"/>
          <p:cNvSpPr txBox="1">
            <a:spLocks noGrp="1"/>
          </p:cNvSpPr>
          <p:nvPr>
            <p:ph type="title"/>
          </p:nvPr>
        </p:nvSpPr>
        <p:spPr>
          <a:xfrm>
            <a:off x="5010784" y="679450"/>
            <a:ext cx="6552566" cy="417831"/>
          </a:xfrm>
          <a:prstGeom prst="rect">
            <a:avLst/>
          </a:prstGeom>
        </p:spPr>
        <p:txBody>
          <a:bodyPr/>
          <a:lstStyle>
            <a:lvl1pPr>
              <a:defRPr sz="2800">
                <a:solidFill>
                  <a:srgbClr val="000000"/>
                </a:solidFill>
              </a:defRPr>
            </a:lvl1pPr>
          </a:lstStyle>
          <a:p>
            <a:r>
              <a:t>Title Text</a:t>
            </a:r>
          </a:p>
        </p:txBody>
      </p:sp>
      <p:pic>
        <p:nvPicPr>
          <p:cNvPr id="212" name="tray" descr="tray"/>
          <p:cNvPicPr>
            <a:picLocks noChangeAspect="1"/>
          </p:cNvPicPr>
          <p:nvPr/>
        </p:nvPicPr>
        <p:blipFill>
          <a:blip r:embed="rId3">
            <a:extLst/>
          </a:blip>
          <a:stretch>
            <a:fillRect/>
          </a:stretch>
        </p:blipFill>
        <p:spPr>
          <a:xfrm flipH="1">
            <a:off x="-10048" y="-10049"/>
            <a:ext cx="4295746" cy="6891094"/>
          </a:xfrm>
          <a:prstGeom prst="rect">
            <a:avLst/>
          </a:prstGeom>
          <a:ln w="12700">
            <a:miter lim="400000"/>
          </a:ln>
        </p:spPr>
      </p:pic>
      <p:sp>
        <p:nvSpPr>
          <p:cNvPr id="2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column-list-img">
    <p:spTree>
      <p:nvGrpSpPr>
        <p:cNvPr id="1" name=""/>
        <p:cNvGrpSpPr/>
        <p:nvPr/>
      </p:nvGrpSpPr>
      <p:grpSpPr>
        <a:xfrm>
          <a:off x="0" y="0"/>
          <a:ext cx="0" cy="0"/>
          <a:chOff x="0" y="0"/>
          <a:chExt cx="0" cy="0"/>
        </a:xfrm>
      </p:grpSpPr>
      <p:pic>
        <p:nvPicPr>
          <p:cNvPr id="220" name="shape1" descr="shape1"/>
          <p:cNvPicPr>
            <a:picLocks noChangeAspect="1"/>
          </p:cNvPicPr>
          <p:nvPr/>
        </p:nvPicPr>
        <p:blipFill>
          <a:blip r:embed="rId2">
            <a:extLst/>
          </a:blip>
          <a:stretch>
            <a:fillRect/>
          </a:stretch>
        </p:blipFill>
        <p:spPr>
          <a:xfrm>
            <a:off x="5002529" y="1513839"/>
            <a:ext cx="6552567" cy="1323341"/>
          </a:xfrm>
          <a:prstGeom prst="rect">
            <a:avLst/>
          </a:prstGeom>
          <a:ln w="12700">
            <a:miter lim="400000"/>
          </a:ln>
        </p:spPr>
      </p:pic>
      <p:pic>
        <p:nvPicPr>
          <p:cNvPr id="221" name="shape3" descr="shape3"/>
          <p:cNvPicPr>
            <a:picLocks noChangeAspect="1"/>
          </p:cNvPicPr>
          <p:nvPr/>
        </p:nvPicPr>
        <p:blipFill>
          <a:blip r:embed="rId2">
            <a:extLst/>
          </a:blip>
          <a:stretch>
            <a:fillRect/>
          </a:stretch>
        </p:blipFill>
        <p:spPr>
          <a:xfrm>
            <a:off x="5009515" y="4684395"/>
            <a:ext cx="6552566" cy="1323341"/>
          </a:xfrm>
          <a:prstGeom prst="rect">
            <a:avLst/>
          </a:prstGeom>
          <a:ln w="12700">
            <a:miter lim="400000"/>
          </a:ln>
        </p:spPr>
      </p:pic>
      <p:pic>
        <p:nvPicPr>
          <p:cNvPr id="222" name="shape2" descr="shape2"/>
          <p:cNvPicPr>
            <a:picLocks noChangeAspect="1"/>
          </p:cNvPicPr>
          <p:nvPr/>
        </p:nvPicPr>
        <p:blipFill>
          <a:blip r:embed="rId2">
            <a:extLst/>
          </a:blip>
          <a:stretch>
            <a:fillRect/>
          </a:stretch>
        </p:blipFill>
        <p:spPr>
          <a:xfrm>
            <a:off x="5001259" y="3094989"/>
            <a:ext cx="6562091" cy="1323341"/>
          </a:xfrm>
          <a:prstGeom prst="rect">
            <a:avLst/>
          </a:prstGeom>
          <a:ln w="12700">
            <a:miter lim="400000"/>
          </a:ln>
        </p:spPr>
      </p:pic>
      <p:sp>
        <p:nvSpPr>
          <p:cNvPr id="223" name="Body Level One…"/>
          <p:cNvSpPr txBox="1">
            <a:spLocks noGrp="1"/>
          </p:cNvSpPr>
          <p:nvPr>
            <p:ph type="body" sz="quarter" idx="1"/>
          </p:nvPr>
        </p:nvSpPr>
        <p:spPr>
          <a:xfrm>
            <a:off x="5002529" y="1521460"/>
            <a:ext cx="6559551" cy="1315721"/>
          </a:xfrm>
          <a:prstGeom prst="rect">
            <a:avLst/>
          </a:prstGeom>
        </p:spPr>
        <p:txBody>
          <a:bodyPr lIns="72000" tIns="72000" rIns="72000" bIns="72000"/>
          <a:lstStyle>
            <a:lvl1pPr>
              <a:lnSpc>
                <a:spcPct val="90000"/>
              </a:lnSpc>
              <a:defRPr sz="1800">
                <a:solidFill>
                  <a:srgbClr val="000000"/>
                </a:solidFill>
                <a:latin typeface="PingFang SC Medium"/>
                <a:ea typeface="PingFang SC Medium"/>
                <a:cs typeface="PingFang SC Medium"/>
                <a:sym typeface="PingFang SC Medium"/>
              </a:defRPr>
            </a:lvl1pPr>
            <a:lvl2pPr marL="628650" indent="-171450">
              <a:lnSpc>
                <a:spcPct val="90000"/>
              </a:lnSpc>
              <a:defRPr sz="1800">
                <a:solidFill>
                  <a:srgbClr val="000000"/>
                </a:solidFill>
                <a:latin typeface="PingFang SC Medium"/>
                <a:ea typeface="PingFang SC Medium"/>
                <a:cs typeface="PingFang SC Medium"/>
                <a:sym typeface="PingFang SC Medium"/>
              </a:defRPr>
            </a:lvl2pPr>
            <a:lvl3pPr marL="1120139" indent="-205739">
              <a:lnSpc>
                <a:spcPct val="90000"/>
              </a:lnSpc>
              <a:defRPr sz="1800">
                <a:solidFill>
                  <a:srgbClr val="000000"/>
                </a:solidFill>
                <a:latin typeface="PingFang SC Medium"/>
                <a:ea typeface="PingFang SC Medium"/>
                <a:cs typeface="PingFang SC Medium"/>
                <a:sym typeface="PingFang SC Medium"/>
              </a:defRPr>
            </a:lvl3pPr>
            <a:lvl4pPr>
              <a:lnSpc>
                <a:spcPct val="90000"/>
              </a:lnSpc>
              <a:defRPr sz="1800">
                <a:solidFill>
                  <a:srgbClr val="000000"/>
                </a:solidFill>
                <a:latin typeface="PingFang SC Medium"/>
                <a:ea typeface="PingFang SC Medium"/>
                <a:cs typeface="PingFang SC Medium"/>
                <a:sym typeface="PingFang SC Medium"/>
              </a:defRPr>
            </a:lvl4pPr>
            <a:lvl5pPr marL="2122714" indent="-293914">
              <a:lnSpc>
                <a:spcPct val="90000"/>
              </a:lnSpc>
              <a:defRPr sz="1800">
                <a:solidFill>
                  <a:srgbClr val="000000"/>
                </a:solidFill>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224" name="Title Text"/>
          <p:cNvSpPr txBox="1">
            <a:spLocks noGrp="1"/>
          </p:cNvSpPr>
          <p:nvPr>
            <p:ph type="title"/>
          </p:nvPr>
        </p:nvSpPr>
        <p:spPr>
          <a:xfrm>
            <a:off x="5010784" y="679450"/>
            <a:ext cx="6552566" cy="417831"/>
          </a:xfrm>
          <a:prstGeom prst="rect">
            <a:avLst/>
          </a:prstGeom>
        </p:spPr>
        <p:txBody>
          <a:bodyPr/>
          <a:lstStyle>
            <a:lvl1pPr>
              <a:defRPr sz="2800">
                <a:solidFill>
                  <a:srgbClr val="000000"/>
                </a:solidFill>
              </a:defRPr>
            </a:lvl1pPr>
          </a:lstStyle>
          <a:p>
            <a:r>
              <a:t>Title Text</a:t>
            </a:r>
          </a:p>
        </p:txBody>
      </p:sp>
      <p:sp>
        <p:nvSpPr>
          <p:cNvPr id="2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column-pro-list">
    <p:spTree>
      <p:nvGrpSpPr>
        <p:cNvPr id="1" name=""/>
        <p:cNvGrpSpPr/>
        <p:nvPr/>
      </p:nvGrpSpPr>
      <p:grpSpPr>
        <a:xfrm>
          <a:off x="0" y="0"/>
          <a:ext cx="0" cy="0"/>
          <a:chOff x="0" y="0"/>
          <a:chExt cx="0" cy="0"/>
        </a:xfrm>
      </p:grpSpPr>
      <p:pic>
        <p:nvPicPr>
          <p:cNvPr id="232" name="tray" descr="tray"/>
          <p:cNvPicPr>
            <a:picLocks noChangeAspect="1"/>
          </p:cNvPicPr>
          <p:nvPr/>
        </p:nvPicPr>
        <p:blipFill>
          <a:blip r:embed="rId2">
            <a:extLst/>
          </a:blip>
          <a:stretch>
            <a:fillRect/>
          </a:stretch>
        </p:blipFill>
        <p:spPr>
          <a:xfrm flipH="1">
            <a:off x="-10048" y="-10049"/>
            <a:ext cx="4295746" cy="6891094"/>
          </a:xfrm>
          <a:prstGeom prst="rect">
            <a:avLst/>
          </a:prstGeom>
          <a:ln w="12700">
            <a:miter lim="400000"/>
          </a:ln>
        </p:spPr>
      </p:pic>
      <p:pic>
        <p:nvPicPr>
          <p:cNvPr id="233" name="shape1" descr="shape1"/>
          <p:cNvPicPr>
            <a:picLocks noChangeAspect="1"/>
          </p:cNvPicPr>
          <p:nvPr/>
        </p:nvPicPr>
        <p:blipFill>
          <a:blip r:embed="rId3">
            <a:extLst/>
          </a:blip>
          <a:stretch>
            <a:fillRect/>
          </a:stretch>
        </p:blipFill>
        <p:spPr>
          <a:xfrm>
            <a:off x="5002529" y="1513839"/>
            <a:ext cx="6552567" cy="1323341"/>
          </a:xfrm>
          <a:prstGeom prst="rect">
            <a:avLst/>
          </a:prstGeom>
          <a:ln w="12700">
            <a:miter lim="400000"/>
          </a:ln>
        </p:spPr>
      </p:pic>
      <p:pic>
        <p:nvPicPr>
          <p:cNvPr id="234" name="shape3" descr="shape3"/>
          <p:cNvPicPr>
            <a:picLocks noChangeAspect="1"/>
          </p:cNvPicPr>
          <p:nvPr/>
        </p:nvPicPr>
        <p:blipFill>
          <a:blip r:embed="rId3">
            <a:extLst/>
          </a:blip>
          <a:stretch>
            <a:fillRect/>
          </a:stretch>
        </p:blipFill>
        <p:spPr>
          <a:xfrm>
            <a:off x="5009515" y="4684395"/>
            <a:ext cx="6552566" cy="1323341"/>
          </a:xfrm>
          <a:prstGeom prst="rect">
            <a:avLst/>
          </a:prstGeom>
          <a:ln w="12700">
            <a:miter lim="400000"/>
          </a:ln>
        </p:spPr>
      </p:pic>
      <p:pic>
        <p:nvPicPr>
          <p:cNvPr id="235" name="shape2" descr="shape2"/>
          <p:cNvPicPr>
            <a:picLocks noChangeAspect="1"/>
          </p:cNvPicPr>
          <p:nvPr/>
        </p:nvPicPr>
        <p:blipFill>
          <a:blip r:embed="rId3">
            <a:extLst/>
          </a:blip>
          <a:stretch>
            <a:fillRect/>
          </a:stretch>
        </p:blipFill>
        <p:spPr>
          <a:xfrm>
            <a:off x="5001259" y="3094989"/>
            <a:ext cx="6562091" cy="1323341"/>
          </a:xfrm>
          <a:prstGeom prst="rect">
            <a:avLst/>
          </a:prstGeom>
          <a:ln w="12700">
            <a:miter lim="400000"/>
          </a:ln>
        </p:spPr>
      </p:pic>
      <p:sp>
        <p:nvSpPr>
          <p:cNvPr id="236" name="Body Level One…"/>
          <p:cNvSpPr txBox="1">
            <a:spLocks noGrp="1"/>
          </p:cNvSpPr>
          <p:nvPr>
            <p:ph type="body" sz="quarter" idx="1"/>
          </p:nvPr>
        </p:nvSpPr>
        <p:spPr>
          <a:xfrm>
            <a:off x="5002529" y="1521460"/>
            <a:ext cx="6559551" cy="1315721"/>
          </a:xfrm>
          <a:prstGeom prst="rect">
            <a:avLst/>
          </a:prstGeom>
        </p:spPr>
        <p:txBody>
          <a:bodyPr lIns="72000" tIns="72000" rIns="72000" bIns="72000"/>
          <a:lstStyle>
            <a:lvl1pPr>
              <a:lnSpc>
                <a:spcPct val="90000"/>
              </a:lnSpc>
              <a:defRPr sz="1800">
                <a:solidFill>
                  <a:srgbClr val="000000"/>
                </a:solidFill>
                <a:latin typeface="PingFang SC Medium"/>
                <a:ea typeface="PingFang SC Medium"/>
                <a:cs typeface="PingFang SC Medium"/>
                <a:sym typeface="PingFang SC Medium"/>
              </a:defRPr>
            </a:lvl1pPr>
            <a:lvl2pPr marL="628650" indent="-171450">
              <a:lnSpc>
                <a:spcPct val="90000"/>
              </a:lnSpc>
              <a:defRPr sz="1800">
                <a:solidFill>
                  <a:srgbClr val="000000"/>
                </a:solidFill>
                <a:latin typeface="PingFang SC Medium"/>
                <a:ea typeface="PingFang SC Medium"/>
                <a:cs typeface="PingFang SC Medium"/>
                <a:sym typeface="PingFang SC Medium"/>
              </a:defRPr>
            </a:lvl2pPr>
            <a:lvl3pPr marL="1120139" indent="-205739">
              <a:lnSpc>
                <a:spcPct val="90000"/>
              </a:lnSpc>
              <a:defRPr sz="1800">
                <a:solidFill>
                  <a:srgbClr val="000000"/>
                </a:solidFill>
                <a:latin typeface="PingFang SC Medium"/>
                <a:ea typeface="PingFang SC Medium"/>
                <a:cs typeface="PingFang SC Medium"/>
                <a:sym typeface="PingFang SC Medium"/>
              </a:defRPr>
            </a:lvl3pPr>
            <a:lvl4pPr>
              <a:lnSpc>
                <a:spcPct val="90000"/>
              </a:lnSpc>
              <a:defRPr sz="1800">
                <a:solidFill>
                  <a:srgbClr val="000000"/>
                </a:solidFill>
                <a:latin typeface="PingFang SC Medium"/>
                <a:ea typeface="PingFang SC Medium"/>
                <a:cs typeface="PingFang SC Medium"/>
                <a:sym typeface="PingFang SC Medium"/>
              </a:defRPr>
            </a:lvl4pPr>
            <a:lvl5pPr marL="2122714" indent="-293914">
              <a:lnSpc>
                <a:spcPct val="90000"/>
              </a:lnSpc>
              <a:defRPr sz="1800">
                <a:solidFill>
                  <a:srgbClr val="000000"/>
                </a:solidFill>
                <a:latin typeface="PingFang SC Medium"/>
                <a:ea typeface="PingFang SC Medium"/>
                <a:cs typeface="PingFang SC Medium"/>
                <a:sym typeface="PingFang SC Medium"/>
              </a:defRPr>
            </a:lvl5pPr>
          </a:lstStyle>
          <a:p>
            <a:r>
              <a:t>Body Level One</a:t>
            </a:r>
          </a:p>
          <a:p>
            <a:pPr lvl="1"/>
            <a:r>
              <a:t>Body Level Two</a:t>
            </a:r>
          </a:p>
          <a:p>
            <a:pPr lvl="2"/>
            <a:r>
              <a:t>Body Level Three</a:t>
            </a:r>
          </a:p>
          <a:p>
            <a:pPr lvl="3"/>
            <a:r>
              <a:t>Body Level Four</a:t>
            </a:r>
          </a:p>
          <a:p>
            <a:pPr lvl="4"/>
            <a:r>
              <a:t>Body Level Five</a:t>
            </a:r>
          </a:p>
        </p:txBody>
      </p:sp>
      <p:sp>
        <p:nvSpPr>
          <p:cNvPr id="237" name="Title Text"/>
          <p:cNvSpPr txBox="1">
            <a:spLocks noGrp="1"/>
          </p:cNvSpPr>
          <p:nvPr>
            <p:ph type="title"/>
          </p:nvPr>
        </p:nvSpPr>
        <p:spPr>
          <a:xfrm>
            <a:off x="5010784" y="679450"/>
            <a:ext cx="6552566" cy="417831"/>
          </a:xfrm>
          <a:prstGeom prst="rect">
            <a:avLst/>
          </a:prstGeom>
        </p:spPr>
        <p:txBody>
          <a:bodyPr/>
          <a:lstStyle>
            <a:lvl1pPr>
              <a:defRPr sz="2800">
                <a:solidFill>
                  <a:srgbClr val="000000"/>
                </a:solidFill>
              </a:defRPr>
            </a:lvl1pPr>
          </a:lstStyle>
          <a:p>
            <a:r>
              <a:t>Title Text</a:t>
            </a:r>
          </a:p>
        </p:txBody>
      </p:sp>
      <p:sp>
        <p:nvSpPr>
          <p:cNvPr id="23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column-pro-list2">
    <p:spTree>
      <p:nvGrpSpPr>
        <p:cNvPr id="1" name=""/>
        <p:cNvGrpSpPr/>
        <p:nvPr/>
      </p:nvGrpSpPr>
      <p:grpSpPr>
        <a:xfrm>
          <a:off x="0" y="0"/>
          <a:ext cx="0" cy="0"/>
          <a:chOff x="0" y="0"/>
          <a:chExt cx="0" cy="0"/>
        </a:xfrm>
      </p:grpSpPr>
      <p:pic>
        <p:nvPicPr>
          <p:cNvPr id="245" name="shape1" descr="shape1"/>
          <p:cNvPicPr>
            <a:picLocks noChangeAspect="1"/>
          </p:cNvPicPr>
          <p:nvPr/>
        </p:nvPicPr>
        <p:blipFill>
          <a:blip r:embed="rId2">
            <a:extLst/>
          </a:blip>
          <a:stretch>
            <a:fillRect/>
          </a:stretch>
        </p:blipFill>
        <p:spPr>
          <a:xfrm>
            <a:off x="5062854" y="1513839"/>
            <a:ext cx="6495417" cy="2151259"/>
          </a:xfrm>
          <a:prstGeom prst="rect">
            <a:avLst/>
          </a:prstGeom>
          <a:ln w="12700">
            <a:miter lim="400000"/>
          </a:ln>
        </p:spPr>
      </p:pic>
      <p:pic>
        <p:nvPicPr>
          <p:cNvPr id="246" name="shape2" descr="shape2"/>
          <p:cNvPicPr>
            <a:picLocks noChangeAspect="1"/>
          </p:cNvPicPr>
          <p:nvPr/>
        </p:nvPicPr>
        <p:blipFill>
          <a:blip r:embed="rId2">
            <a:extLst/>
          </a:blip>
          <a:stretch>
            <a:fillRect/>
          </a:stretch>
        </p:blipFill>
        <p:spPr>
          <a:xfrm>
            <a:off x="5062220" y="3876009"/>
            <a:ext cx="6504306" cy="2151259"/>
          </a:xfrm>
          <a:prstGeom prst="rect">
            <a:avLst/>
          </a:prstGeom>
          <a:ln w="12700">
            <a:miter lim="400000"/>
          </a:ln>
        </p:spPr>
      </p:pic>
      <p:sp>
        <p:nvSpPr>
          <p:cNvPr id="247" name="Body Level One…"/>
          <p:cNvSpPr txBox="1">
            <a:spLocks noGrp="1"/>
          </p:cNvSpPr>
          <p:nvPr>
            <p:ph type="body" sz="quarter" idx="1" hasCustomPrompt="1"/>
          </p:nvPr>
        </p:nvSpPr>
        <p:spPr>
          <a:xfrm>
            <a:off x="5062220" y="1521458"/>
            <a:ext cx="6496051" cy="2138872"/>
          </a:xfrm>
          <a:prstGeom prst="rect">
            <a:avLst/>
          </a:prstGeom>
        </p:spPr>
        <p:txBody>
          <a:bodyPr lIns="72000" tIns="72000" rIns="72000" bIns="72000"/>
          <a:lstStyle>
            <a:lvl1pPr>
              <a:lnSpc>
                <a:spcPct val="90000"/>
              </a:lnSpc>
              <a:defRPr sz="1800">
                <a:solidFill>
                  <a:srgbClr val="000000"/>
                </a:solidFill>
                <a:latin typeface="PingFang SC Medium"/>
                <a:ea typeface="PingFang SC Medium"/>
                <a:cs typeface="PingFang SC Medium"/>
                <a:sym typeface="PingFang SC Medium"/>
              </a:defRPr>
            </a:lvl1pPr>
            <a:lvl2pPr marL="628650" indent="-171450">
              <a:lnSpc>
                <a:spcPct val="90000"/>
              </a:lnSpc>
              <a:defRPr sz="1800">
                <a:solidFill>
                  <a:srgbClr val="000000"/>
                </a:solidFill>
                <a:latin typeface="PingFang SC Medium"/>
                <a:ea typeface="PingFang SC Medium"/>
                <a:cs typeface="PingFang SC Medium"/>
                <a:sym typeface="PingFang SC Medium"/>
              </a:defRPr>
            </a:lvl2pPr>
            <a:lvl3pPr marL="1120139" indent="-205739">
              <a:lnSpc>
                <a:spcPct val="90000"/>
              </a:lnSpc>
              <a:defRPr sz="1800">
                <a:solidFill>
                  <a:srgbClr val="000000"/>
                </a:solidFill>
                <a:latin typeface="PingFang SC Medium"/>
                <a:ea typeface="PingFang SC Medium"/>
                <a:cs typeface="PingFang SC Medium"/>
                <a:sym typeface="PingFang SC Medium"/>
              </a:defRPr>
            </a:lvl3pPr>
            <a:lvl4pPr>
              <a:lnSpc>
                <a:spcPct val="90000"/>
              </a:lnSpc>
              <a:defRPr sz="1800">
                <a:solidFill>
                  <a:srgbClr val="000000"/>
                </a:solidFill>
                <a:latin typeface="PingFang SC Medium"/>
                <a:ea typeface="PingFang SC Medium"/>
                <a:cs typeface="PingFang SC Medium"/>
                <a:sym typeface="PingFang SC Medium"/>
              </a:defRPr>
            </a:lvl4pPr>
            <a:lvl5pPr marL="2122714" indent="-293914">
              <a:lnSpc>
                <a:spcPct val="90000"/>
              </a:lnSpc>
              <a:defRPr sz="1800">
                <a:solidFill>
                  <a:srgbClr val="000000"/>
                </a:solidFill>
                <a:latin typeface="PingFang SC Medium"/>
                <a:ea typeface="PingFang SC Medium"/>
                <a:cs typeface="PingFang SC Medium"/>
                <a:sym typeface="PingFang SC Medium"/>
              </a:defRPr>
            </a:lvl5pPr>
          </a:lstStyle>
          <a:p>
            <a:r>
              <a:t>Click to edit Master text styles</a:t>
            </a:r>
          </a:p>
          <a:p>
            <a:pPr lvl="1"/>
            <a:endParaRPr/>
          </a:p>
          <a:p>
            <a:pPr lvl="2"/>
            <a:endParaRPr/>
          </a:p>
          <a:p>
            <a:pPr lvl="3"/>
            <a:endParaRPr/>
          </a:p>
          <a:p>
            <a:pPr lvl="4"/>
            <a:endParaRPr/>
          </a:p>
        </p:txBody>
      </p:sp>
      <p:sp>
        <p:nvSpPr>
          <p:cNvPr id="248" name="Title Text"/>
          <p:cNvSpPr txBox="1">
            <a:spLocks noGrp="1"/>
          </p:cNvSpPr>
          <p:nvPr>
            <p:ph type="title"/>
          </p:nvPr>
        </p:nvSpPr>
        <p:spPr>
          <a:xfrm>
            <a:off x="5062220" y="679450"/>
            <a:ext cx="6501130" cy="417831"/>
          </a:xfrm>
          <a:prstGeom prst="rect">
            <a:avLst/>
          </a:prstGeom>
        </p:spPr>
        <p:txBody>
          <a:bodyPr/>
          <a:lstStyle>
            <a:lvl1pPr>
              <a:defRPr sz="2800">
                <a:solidFill>
                  <a:srgbClr val="000000"/>
                </a:solidFill>
              </a:defRPr>
            </a:lvl1pPr>
          </a:lstStyle>
          <a:p>
            <a:r>
              <a:t>Title Text</a:t>
            </a:r>
          </a:p>
        </p:txBody>
      </p:sp>
      <p:pic>
        <p:nvPicPr>
          <p:cNvPr id="249" name="tray" descr="tray"/>
          <p:cNvPicPr>
            <a:picLocks noChangeAspect="1"/>
          </p:cNvPicPr>
          <p:nvPr/>
        </p:nvPicPr>
        <p:blipFill>
          <a:blip r:embed="rId3">
            <a:extLst/>
          </a:blip>
          <a:stretch>
            <a:fillRect/>
          </a:stretch>
        </p:blipFill>
        <p:spPr>
          <a:xfrm flipH="1">
            <a:off x="-10048" y="-10049"/>
            <a:ext cx="4295746" cy="6891094"/>
          </a:xfrm>
          <a:prstGeom prst="rect">
            <a:avLst/>
          </a:prstGeom>
          <a:ln w="12700">
            <a:miter lim="400000"/>
          </a:ln>
        </p:spPr>
      </p:pic>
      <p:sp>
        <p:nvSpPr>
          <p:cNvPr id="2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left-text">
    <p:spTree>
      <p:nvGrpSpPr>
        <p:cNvPr id="1" name=""/>
        <p:cNvGrpSpPr/>
        <p:nvPr/>
      </p:nvGrpSpPr>
      <p:grpSpPr>
        <a:xfrm>
          <a:off x="0" y="0"/>
          <a:ext cx="0" cy="0"/>
          <a:chOff x="0" y="0"/>
          <a:chExt cx="0" cy="0"/>
        </a:xfrm>
      </p:grpSpPr>
      <p:pic>
        <p:nvPicPr>
          <p:cNvPr id="257" name="tray" descr="tray"/>
          <p:cNvPicPr>
            <a:picLocks noChangeAspect="1"/>
          </p:cNvPicPr>
          <p:nvPr/>
        </p:nvPicPr>
        <p:blipFill>
          <a:blip r:embed="rId2">
            <a:extLst/>
          </a:blip>
          <a:stretch>
            <a:fillRect/>
          </a:stretch>
        </p:blipFill>
        <p:spPr>
          <a:xfrm flipH="1">
            <a:off x="-10048" y="-10049"/>
            <a:ext cx="4295746" cy="6891094"/>
          </a:xfrm>
          <a:prstGeom prst="rect">
            <a:avLst/>
          </a:prstGeom>
          <a:ln w="12700">
            <a:miter lim="400000"/>
          </a:ln>
        </p:spPr>
      </p:pic>
      <p:sp>
        <p:nvSpPr>
          <p:cNvPr id="258" name="Body Level One…"/>
          <p:cNvSpPr txBox="1">
            <a:spLocks noGrp="1"/>
          </p:cNvSpPr>
          <p:nvPr>
            <p:ph type="body" sz="half" idx="1"/>
          </p:nvPr>
        </p:nvSpPr>
        <p:spPr>
          <a:xfrm>
            <a:off x="4742815" y="1941829"/>
            <a:ext cx="7113270" cy="4641217"/>
          </a:xfrm>
          <a:prstGeom prst="rect">
            <a:avLst/>
          </a:prstGeom>
        </p:spPr>
        <p:txBody>
          <a:bodyPr/>
          <a:lstStyle>
            <a:lvl1pPr marL="0" indent="-179704">
              <a:lnSpc>
                <a:spcPct val="135000"/>
              </a:lnSpc>
              <a:spcBef>
                <a:spcPts val="0"/>
              </a:spcBef>
              <a:buSzPct val="80000"/>
              <a:defRPr sz="1600">
                <a:solidFill>
                  <a:srgbClr val="000000"/>
                </a:solidFill>
              </a:defRPr>
            </a:lvl1pPr>
            <a:lvl2pPr marL="0" indent="-179704">
              <a:lnSpc>
                <a:spcPct val="135000"/>
              </a:lnSpc>
              <a:spcBef>
                <a:spcPts val="0"/>
              </a:spcBef>
              <a:buSzPct val="80000"/>
              <a:defRPr sz="1600">
                <a:solidFill>
                  <a:srgbClr val="000000"/>
                </a:solidFill>
              </a:defRPr>
            </a:lvl2pPr>
            <a:lvl3pPr marL="0" indent="-179704">
              <a:lnSpc>
                <a:spcPct val="135000"/>
              </a:lnSpc>
              <a:spcBef>
                <a:spcPts val="0"/>
              </a:spcBef>
              <a:buSzPct val="80000"/>
              <a:defRPr sz="1600">
                <a:solidFill>
                  <a:srgbClr val="000000"/>
                </a:solidFill>
              </a:defRPr>
            </a:lvl3pPr>
            <a:lvl4pPr marL="0" indent="-179704">
              <a:lnSpc>
                <a:spcPct val="135000"/>
              </a:lnSpc>
              <a:spcBef>
                <a:spcPts val="0"/>
              </a:spcBef>
              <a:buSzPct val="80000"/>
              <a:defRPr sz="1600">
                <a:solidFill>
                  <a:srgbClr val="000000"/>
                </a:solidFill>
              </a:defRPr>
            </a:lvl4pPr>
            <a:lvl5pPr marL="0" indent="-179704">
              <a:lnSpc>
                <a:spcPct val="135000"/>
              </a:lnSpc>
              <a:spcBef>
                <a:spcPts val="0"/>
              </a:spcBef>
              <a:buSzPct val="80000"/>
              <a:defRPr sz="16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259" name="Title Text"/>
          <p:cNvSpPr txBox="1">
            <a:spLocks noGrp="1"/>
          </p:cNvSpPr>
          <p:nvPr>
            <p:ph type="title"/>
          </p:nvPr>
        </p:nvSpPr>
        <p:spPr>
          <a:xfrm>
            <a:off x="4742815" y="1146810"/>
            <a:ext cx="7044691" cy="582931"/>
          </a:xfrm>
          <a:prstGeom prst="rect">
            <a:avLst/>
          </a:prstGeom>
        </p:spPr>
        <p:txBody>
          <a:bodyPr/>
          <a:lstStyle>
            <a:lvl1pPr>
              <a:defRPr sz="2800">
                <a:solidFill>
                  <a:srgbClr val="000000"/>
                </a:solidFill>
              </a:defRPr>
            </a:lvl1pPr>
          </a:lstStyle>
          <a:p>
            <a:r>
              <a:t>Title Text</a:t>
            </a:r>
          </a:p>
        </p:txBody>
      </p:sp>
      <p:sp>
        <p:nvSpPr>
          <p:cNvPr id="2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back-cover">
    <p:spTree>
      <p:nvGrpSpPr>
        <p:cNvPr id="1" name=""/>
        <p:cNvGrpSpPr/>
        <p:nvPr/>
      </p:nvGrpSpPr>
      <p:grpSpPr>
        <a:xfrm>
          <a:off x="0" y="0"/>
          <a:ext cx="0" cy="0"/>
          <a:chOff x="0" y="0"/>
          <a:chExt cx="0" cy="0"/>
        </a:xfrm>
      </p:grpSpPr>
      <p:pic>
        <p:nvPicPr>
          <p:cNvPr id="267" name="tray" descr="tray"/>
          <p:cNvPicPr>
            <a:picLocks noChangeAspect="1"/>
          </p:cNvPicPr>
          <p:nvPr/>
        </p:nvPicPr>
        <p:blipFill>
          <a:blip r:embed="rId2">
            <a:extLst/>
          </a:blip>
          <a:stretch>
            <a:fillRect/>
          </a:stretch>
        </p:blipFill>
        <p:spPr>
          <a:xfrm>
            <a:off x="-22053" y="-18001"/>
            <a:ext cx="12236106" cy="6894002"/>
          </a:xfrm>
          <a:prstGeom prst="rect">
            <a:avLst/>
          </a:prstGeom>
          <a:ln w="12700">
            <a:miter lim="400000"/>
          </a:ln>
        </p:spPr>
      </p:pic>
      <p:sp>
        <p:nvSpPr>
          <p:cNvPr id="268" name="Title Text"/>
          <p:cNvSpPr txBox="1">
            <a:spLocks noGrp="1"/>
          </p:cNvSpPr>
          <p:nvPr>
            <p:ph type="title"/>
          </p:nvPr>
        </p:nvSpPr>
        <p:spPr>
          <a:xfrm>
            <a:off x="825674" y="610520"/>
            <a:ext cx="10800081" cy="1805305"/>
          </a:xfrm>
          <a:prstGeom prst="rect">
            <a:avLst/>
          </a:prstGeom>
        </p:spPr>
        <p:txBody>
          <a:bodyPr lIns="0" tIns="0" rIns="0" bIns="0" anchor="b"/>
          <a:lstStyle>
            <a:lvl1pPr>
              <a:defRPr sz="4800"/>
            </a:lvl1pPr>
          </a:lstStyle>
          <a:p>
            <a:r>
              <a:t>Title Text</a:t>
            </a:r>
          </a:p>
        </p:txBody>
      </p:sp>
      <p:sp>
        <p:nvSpPr>
          <p:cNvPr id="269" name="Body Level One…"/>
          <p:cNvSpPr txBox="1">
            <a:spLocks noGrp="1"/>
          </p:cNvSpPr>
          <p:nvPr>
            <p:ph type="body" sz="half" idx="1"/>
          </p:nvPr>
        </p:nvSpPr>
        <p:spPr>
          <a:xfrm>
            <a:off x="815513" y="2744599"/>
            <a:ext cx="10810242" cy="2757171"/>
          </a:xfrm>
          <a:prstGeom prst="rect">
            <a:avLst/>
          </a:prstGeom>
        </p:spPr>
        <p:txBody>
          <a:bodyPr/>
          <a:lstStyle>
            <a:lvl1pPr marL="0" indent="0">
              <a:lnSpc>
                <a:spcPct val="90000"/>
              </a:lnSpc>
              <a:buSzTx/>
              <a:buFontTx/>
              <a:buNone/>
              <a:defRPr sz="1600"/>
            </a:lvl1pPr>
            <a:lvl2pPr marL="0" indent="457200">
              <a:lnSpc>
                <a:spcPct val="90000"/>
              </a:lnSpc>
              <a:buSzTx/>
              <a:buFontTx/>
              <a:buNone/>
              <a:defRPr sz="1600"/>
            </a:lvl2pPr>
            <a:lvl3pPr marL="0" indent="914400">
              <a:lnSpc>
                <a:spcPct val="90000"/>
              </a:lnSpc>
              <a:buSzTx/>
              <a:buFontTx/>
              <a:buNone/>
              <a:defRPr sz="1600"/>
            </a:lvl3pPr>
            <a:lvl4pPr marL="0" indent="1371600">
              <a:lnSpc>
                <a:spcPct val="90000"/>
              </a:lnSpc>
              <a:buSzTx/>
              <a:buFontTx/>
              <a:buNone/>
              <a:defRPr sz="1600"/>
            </a:lvl4pPr>
            <a:lvl5pPr marL="0" indent="1828800">
              <a:lnSpc>
                <a:spcPct val="90000"/>
              </a:lnSpc>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2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backcover-list">
    <p:spTree>
      <p:nvGrpSpPr>
        <p:cNvPr id="1" name=""/>
        <p:cNvGrpSpPr/>
        <p:nvPr/>
      </p:nvGrpSpPr>
      <p:grpSpPr>
        <a:xfrm>
          <a:off x="0" y="0"/>
          <a:ext cx="0" cy="0"/>
          <a:chOff x="0" y="0"/>
          <a:chExt cx="0" cy="0"/>
        </a:xfrm>
      </p:grpSpPr>
      <p:pic>
        <p:nvPicPr>
          <p:cNvPr id="277" name="tray" descr="tray"/>
          <p:cNvPicPr>
            <a:picLocks noChangeAspect="1"/>
          </p:cNvPicPr>
          <p:nvPr/>
        </p:nvPicPr>
        <p:blipFill>
          <a:blip r:embed="rId2">
            <a:extLst/>
          </a:blip>
          <a:stretch>
            <a:fillRect/>
          </a:stretch>
        </p:blipFill>
        <p:spPr>
          <a:xfrm>
            <a:off x="-22053" y="-18001"/>
            <a:ext cx="12236106" cy="6894002"/>
          </a:xfrm>
          <a:prstGeom prst="rect">
            <a:avLst/>
          </a:prstGeom>
          <a:ln w="12700">
            <a:miter lim="400000"/>
          </a:ln>
        </p:spPr>
      </p:pic>
      <p:sp>
        <p:nvSpPr>
          <p:cNvPr id="278" name="Body Level One…"/>
          <p:cNvSpPr txBox="1">
            <a:spLocks noGrp="1"/>
          </p:cNvSpPr>
          <p:nvPr>
            <p:ph type="body" sz="half" idx="1"/>
          </p:nvPr>
        </p:nvSpPr>
        <p:spPr>
          <a:xfrm>
            <a:off x="815513" y="2744599"/>
            <a:ext cx="10810242" cy="2757171"/>
          </a:xfrm>
          <a:prstGeom prst="rect">
            <a:avLst/>
          </a:prstGeom>
        </p:spPr>
        <p:txBody>
          <a:bodyPr/>
          <a:lstStyle>
            <a:lvl1pPr marL="0" indent="0">
              <a:lnSpc>
                <a:spcPct val="90000"/>
              </a:lnSpc>
              <a:buSzTx/>
              <a:buFontTx/>
              <a:buNone/>
              <a:defRPr sz="1600"/>
            </a:lvl1pPr>
            <a:lvl2pPr marL="0" indent="457200">
              <a:lnSpc>
                <a:spcPct val="90000"/>
              </a:lnSpc>
              <a:buSzTx/>
              <a:buFontTx/>
              <a:buNone/>
              <a:defRPr sz="1600"/>
            </a:lvl2pPr>
            <a:lvl3pPr marL="0" indent="914400">
              <a:lnSpc>
                <a:spcPct val="90000"/>
              </a:lnSpc>
              <a:buSzTx/>
              <a:buFontTx/>
              <a:buNone/>
              <a:defRPr sz="1600"/>
            </a:lvl3pPr>
            <a:lvl4pPr marL="0" indent="1371600">
              <a:lnSpc>
                <a:spcPct val="90000"/>
              </a:lnSpc>
              <a:buSzTx/>
              <a:buFontTx/>
              <a:buNone/>
              <a:defRPr sz="1600"/>
            </a:lvl4pPr>
            <a:lvl5pPr marL="0" indent="1828800">
              <a:lnSpc>
                <a:spcPct val="90000"/>
              </a:lnSpc>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279" name="Title Text"/>
          <p:cNvSpPr txBox="1">
            <a:spLocks noGrp="1"/>
          </p:cNvSpPr>
          <p:nvPr>
            <p:ph type="title"/>
          </p:nvPr>
        </p:nvSpPr>
        <p:spPr>
          <a:xfrm>
            <a:off x="825674" y="610520"/>
            <a:ext cx="10800081" cy="1805305"/>
          </a:xfrm>
          <a:prstGeom prst="rect">
            <a:avLst/>
          </a:prstGeom>
        </p:spPr>
        <p:txBody>
          <a:bodyPr lIns="0" tIns="0" rIns="0" bIns="0" anchor="b"/>
          <a:lstStyle>
            <a:lvl1pPr>
              <a:defRPr sz="4800"/>
            </a:lvl1pPr>
          </a:lstStyle>
          <a:p>
            <a:r>
              <a:t>Title Text</a:t>
            </a:r>
          </a:p>
        </p:txBody>
      </p:sp>
      <p:sp>
        <p:nvSpPr>
          <p:cNvPr id="2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empty">
    <p:spTree>
      <p:nvGrpSpPr>
        <p:cNvPr id="1" name=""/>
        <p:cNvGrpSpPr/>
        <p:nvPr/>
      </p:nvGrpSpPr>
      <p:grpSpPr>
        <a:xfrm>
          <a:off x="0" y="0"/>
          <a:ext cx="0" cy="0"/>
          <a:chOff x="0" y="0"/>
          <a:chExt cx="0" cy="0"/>
        </a:xfrm>
      </p:grpSpPr>
      <p:sp>
        <p:nvSpPr>
          <p:cNvPr id="28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empty 0">
    <p:bg>
      <p:bgPr>
        <a:solidFill>
          <a:srgbClr val="000000"/>
        </a:solidFill>
        <a:effectLst/>
      </p:bgPr>
    </p:bg>
    <p:spTree>
      <p:nvGrpSpPr>
        <p:cNvPr id="1" name=""/>
        <p:cNvGrpSpPr/>
        <p:nvPr/>
      </p:nvGrpSpPr>
      <p:grpSpPr>
        <a:xfrm>
          <a:off x="0" y="0"/>
          <a:ext cx="0" cy="0"/>
          <a:chOff x="0" y="0"/>
          <a:chExt cx="0" cy="0"/>
        </a:xfrm>
      </p:grpSpPr>
      <p:sp>
        <p:nvSpPr>
          <p:cNvPr id="2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background" descr="background"/>
          <p:cNvPicPr>
            <a:picLocks noChangeAspect="1"/>
          </p:cNvPicPr>
          <p:nvPr/>
        </p:nvPicPr>
        <p:blipFill>
          <a:blip r:embed="rId29">
            <a:extLst/>
          </a:blip>
          <a:stretch>
            <a:fillRect/>
          </a:stretch>
        </p:blipFill>
        <p:spPr>
          <a:xfrm>
            <a:off x="-18858" y="-16200"/>
            <a:ext cx="12229715" cy="6890401"/>
          </a:xfrm>
          <a:prstGeom prst="rect">
            <a:avLst/>
          </a:prstGeom>
          <a:ln w="12700">
            <a:miter lim="400000"/>
          </a:ln>
        </p:spPr>
      </p:pic>
      <p:sp>
        <p:nvSpPr>
          <p:cNvPr id="3" name="Body Level One…"/>
          <p:cNvSpPr txBox="1">
            <a:spLocks noGrp="1"/>
          </p:cNvSpPr>
          <p:nvPr>
            <p:ph type="body" idx="1"/>
          </p:nvPr>
        </p:nvSpPr>
        <p:spPr>
          <a:xfrm>
            <a:off x="814739" y="2122179"/>
            <a:ext cx="10800001" cy="413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Title Text"/>
          <p:cNvSpPr txBox="1">
            <a:spLocks noGrp="1"/>
          </p:cNvSpPr>
          <p:nvPr>
            <p:ph type="title"/>
          </p:nvPr>
        </p:nvSpPr>
        <p:spPr>
          <a:xfrm>
            <a:off x="814739" y="374250"/>
            <a:ext cx="10800001" cy="615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Title Text</a:t>
            </a:r>
          </a:p>
        </p:txBody>
      </p:sp>
      <p:sp>
        <p:nvSpPr>
          <p:cNvPr id="5"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ransition spd="med"/>
  <p:txStyles>
    <p:titleStyle>
      <a:lvl1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FFFFFF"/>
          </a:solidFill>
          <a:uFillTx/>
          <a:latin typeface="PingFang SC Medium"/>
          <a:ea typeface="PingFang SC Medium"/>
          <a:cs typeface="PingFang SC Medium"/>
          <a:sym typeface="PingFang SC Medium"/>
        </a:defRPr>
      </a:lvl1pPr>
      <a:lvl2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FFFFFF"/>
          </a:solidFill>
          <a:uFillTx/>
          <a:latin typeface="PingFang SC Medium"/>
          <a:ea typeface="PingFang SC Medium"/>
          <a:cs typeface="PingFang SC Medium"/>
          <a:sym typeface="PingFang SC Medium"/>
        </a:defRPr>
      </a:lvl2pPr>
      <a:lvl3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FFFFFF"/>
          </a:solidFill>
          <a:uFillTx/>
          <a:latin typeface="PingFang SC Medium"/>
          <a:ea typeface="PingFang SC Medium"/>
          <a:cs typeface="PingFang SC Medium"/>
          <a:sym typeface="PingFang SC Medium"/>
        </a:defRPr>
      </a:lvl3pPr>
      <a:lvl4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FFFFFF"/>
          </a:solidFill>
          <a:uFillTx/>
          <a:latin typeface="PingFang SC Medium"/>
          <a:ea typeface="PingFang SC Medium"/>
          <a:cs typeface="PingFang SC Medium"/>
          <a:sym typeface="PingFang SC Medium"/>
        </a:defRPr>
      </a:lvl4pPr>
      <a:lvl5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FFFFFF"/>
          </a:solidFill>
          <a:uFillTx/>
          <a:latin typeface="PingFang SC Medium"/>
          <a:ea typeface="PingFang SC Medium"/>
          <a:cs typeface="PingFang SC Medium"/>
          <a:sym typeface="PingFang SC Medium"/>
        </a:defRPr>
      </a:lvl5pPr>
      <a:lvl6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FFFFFF"/>
          </a:solidFill>
          <a:uFillTx/>
          <a:latin typeface="PingFang SC Medium"/>
          <a:ea typeface="PingFang SC Medium"/>
          <a:cs typeface="PingFang SC Medium"/>
          <a:sym typeface="PingFang SC Medium"/>
        </a:defRPr>
      </a:lvl6pPr>
      <a:lvl7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FFFFFF"/>
          </a:solidFill>
          <a:uFillTx/>
          <a:latin typeface="PingFang SC Medium"/>
          <a:ea typeface="PingFang SC Medium"/>
          <a:cs typeface="PingFang SC Medium"/>
          <a:sym typeface="PingFang SC Medium"/>
        </a:defRPr>
      </a:lvl7pPr>
      <a:lvl8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FFFFFF"/>
          </a:solidFill>
          <a:uFillTx/>
          <a:latin typeface="PingFang SC Medium"/>
          <a:ea typeface="PingFang SC Medium"/>
          <a:cs typeface="PingFang SC Medium"/>
          <a:sym typeface="PingFang SC Medium"/>
        </a:defRPr>
      </a:lvl8pPr>
      <a:lvl9pPr marL="0" marR="0" indent="0" algn="l" defTabSz="914400" rtl="0" latinLnBrk="0">
        <a:lnSpc>
          <a:spcPct val="90000"/>
        </a:lnSpc>
        <a:spcBef>
          <a:spcPts val="0"/>
        </a:spcBef>
        <a:spcAft>
          <a:spcPts val="0"/>
        </a:spcAft>
        <a:buClrTx/>
        <a:buSzTx/>
        <a:buFontTx/>
        <a:buNone/>
        <a:tabLst/>
        <a:defRPr sz="3600" b="0" i="0" u="none" strike="noStrike" cap="none" spc="0" baseline="0">
          <a:solidFill>
            <a:srgbClr val="FFFFFF"/>
          </a:solidFill>
          <a:uFillTx/>
          <a:latin typeface="PingFang SC Medium"/>
          <a:ea typeface="PingFang SC Medium"/>
          <a:cs typeface="PingFang SC Medium"/>
          <a:sym typeface="PingFang SC Medium"/>
        </a:defRPr>
      </a:lvl9pPr>
    </p:titleStyle>
    <p:bodyStyle>
      <a:lvl1pPr marL="228600" marR="0" indent="-228600" algn="l" defTabSz="914400" rtl="0" latinLnBrk="0">
        <a:lnSpc>
          <a:spcPct val="100000"/>
        </a:lnSpc>
        <a:spcBef>
          <a:spcPts val="1000"/>
        </a:spcBef>
        <a:spcAft>
          <a:spcPts val="0"/>
        </a:spcAft>
        <a:buClrTx/>
        <a:buSzPct val="100000"/>
        <a:buFont typeface="Arial"/>
        <a:buChar char="•"/>
        <a:tabLst/>
        <a:defRPr sz="2000" b="0" i="0" u="none" strike="noStrike" cap="none" spc="0" baseline="0">
          <a:solidFill>
            <a:srgbClr val="FFFFFF"/>
          </a:solidFill>
          <a:uFillTx/>
          <a:latin typeface="PingFang SC Regular"/>
          <a:ea typeface="PingFang SC Regular"/>
          <a:cs typeface="PingFang SC Regular"/>
          <a:sym typeface="PingFang SC Regular"/>
        </a:defRPr>
      </a:lvl1pPr>
      <a:lvl2pPr marL="685800" marR="0" indent="-228600" algn="l" defTabSz="914400" rtl="0" latinLnBrk="0">
        <a:lnSpc>
          <a:spcPct val="100000"/>
        </a:lnSpc>
        <a:spcBef>
          <a:spcPts val="1000"/>
        </a:spcBef>
        <a:spcAft>
          <a:spcPts val="0"/>
        </a:spcAft>
        <a:buClrTx/>
        <a:buSzPct val="100000"/>
        <a:buFont typeface="Arial"/>
        <a:buChar char="•"/>
        <a:tabLst/>
        <a:defRPr sz="2000" b="0" i="0" u="none" strike="noStrike" cap="none" spc="0" baseline="0">
          <a:solidFill>
            <a:srgbClr val="FFFFFF"/>
          </a:solidFill>
          <a:uFillTx/>
          <a:latin typeface="PingFang SC Regular"/>
          <a:ea typeface="PingFang SC Regular"/>
          <a:cs typeface="PingFang SC Regular"/>
          <a:sym typeface="PingFang SC Regular"/>
        </a:defRPr>
      </a:lvl2pPr>
      <a:lvl3pPr marL="1143000" marR="0" indent="-228600" algn="l" defTabSz="914400" rtl="0" latinLnBrk="0">
        <a:lnSpc>
          <a:spcPct val="100000"/>
        </a:lnSpc>
        <a:spcBef>
          <a:spcPts val="1000"/>
        </a:spcBef>
        <a:spcAft>
          <a:spcPts val="0"/>
        </a:spcAft>
        <a:buClrTx/>
        <a:buSzPct val="100000"/>
        <a:buFont typeface="Arial"/>
        <a:buChar char="•"/>
        <a:tabLst/>
        <a:defRPr sz="2000" b="0" i="0" u="none" strike="noStrike" cap="none" spc="0" baseline="0">
          <a:solidFill>
            <a:srgbClr val="FFFFFF"/>
          </a:solidFill>
          <a:uFillTx/>
          <a:latin typeface="PingFang SC Regular"/>
          <a:ea typeface="PingFang SC Regular"/>
          <a:cs typeface="PingFang SC Regular"/>
          <a:sym typeface="PingFang SC Regular"/>
        </a:defRPr>
      </a:lvl3pPr>
      <a:lvl4pPr marL="1600200" marR="0" indent="-228600" algn="l" defTabSz="914400" rtl="0" latinLnBrk="0">
        <a:lnSpc>
          <a:spcPct val="100000"/>
        </a:lnSpc>
        <a:spcBef>
          <a:spcPts val="1000"/>
        </a:spcBef>
        <a:spcAft>
          <a:spcPts val="0"/>
        </a:spcAft>
        <a:buClrTx/>
        <a:buSzPct val="100000"/>
        <a:buFont typeface="Arial"/>
        <a:buChar char="•"/>
        <a:tabLst/>
        <a:defRPr sz="2000" b="0" i="0" u="none" strike="noStrike" cap="none" spc="0" baseline="0">
          <a:solidFill>
            <a:srgbClr val="FFFFFF"/>
          </a:solidFill>
          <a:uFillTx/>
          <a:latin typeface="PingFang SC Regular"/>
          <a:ea typeface="PingFang SC Regular"/>
          <a:cs typeface="PingFang SC Regular"/>
          <a:sym typeface="PingFang SC Regular"/>
        </a:defRPr>
      </a:lvl4pPr>
      <a:lvl5pPr marL="2057400" marR="0" indent="-228600" algn="l" defTabSz="914400" rtl="0" latinLnBrk="0">
        <a:lnSpc>
          <a:spcPct val="100000"/>
        </a:lnSpc>
        <a:spcBef>
          <a:spcPts val="1000"/>
        </a:spcBef>
        <a:spcAft>
          <a:spcPts val="0"/>
        </a:spcAft>
        <a:buClrTx/>
        <a:buSzPct val="100000"/>
        <a:buFont typeface="Arial"/>
        <a:buChar char="•"/>
        <a:tabLst/>
        <a:defRPr sz="2000" b="0" i="0" u="none" strike="noStrike" cap="none" spc="0" baseline="0">
          <a:solidFill>
            <a:srgbClr val="FFFFFF"/>
          </a:solidFill>
          <a:uFillTx/>
          <a:latin typeface="PingFang SC Regular"/>
          <a:ea typeface="PingFang SC Regular"/>
          <a:cs typeface="PingFang SC Regular"/>
          <a:sym typeface="PingFang SC Regular"/>
        </a:defRPr>
      </a:lvl5pPr>
      <a:lvl6pPr marL="2540000" marR="0" indent="-254000" algn="l" defTabSz="914400" rtl="0" latinLnBrk="0">
        <a:lnSpc>
          <a:spcPct val="100000"/>
        </a:lnSpc>
        <a:spcBef>
          <a:spcPts val="1000"/>
        </a:spcBef>
        <a:spcAft>
          <a:spcPts val="0"/>
        </a:spcAft>
        <a:buClrTx/>
        <a:buSzPct val="100000"/>
        <a:buFont typeface="Arial"/>
        <a:buChar char="•"/>
        <a:tabLst/>
        <a:defRPr sz="2000" b="0" i="0" u="none" strike="noStrike" cap="none" spc="0" baseline="0">
          <a:solidFill>
            <a:srgbClr val="FFFFFF"/>
          </a:solidFill>
          <a:uFillTx/>
          <a:latin typeface="PingFang SC Regular"/>
          <a:ea typeface="PingFang SC Regular"/>
          <a:cs typeface="PingFang SC Regular"/>
          <a:sym typeface="PingFang SC Regular"/>
        </a:defRPr>
      </a:lvl6pPr>
      <a:lvl7pPr marL="2997200" marR="0" indent="-254000" algn="l" defTabSz="914400" rtl="0" latinLnBrk="0">
        <a:lnSpc>
          <a:spcPct val="100000"/>
        </a:lnSpc>
        <a:spcBef>
          <a:spcPts val="1000"/>
        </a:spcBef>
        <a:spcAft>
          <a:spcPts val="0"/>
        </a:spcAft>
        <a:buClrTx/>
        <a:buSzPct val="100000"/>
        <a:buFont typeface="Arial"/>
        <a:buChar char="•"/>
        <a:tabLst/>
        <a:defRPr sz="2000" b="0" i="0" u="none" strike="noStrike" cap="none" spc="0" baseline="0">
          <a:solidFill>
            <a:srgbClr val="FFFFFF"/>
          </a:solidFill>
          <a:uFillTx/>
          <a:latin typeface="PingFang SC Regular"/>
          <a:ea typeface="PingFang SC Regular"/>
          <a:cs typeface="PingFang SC Regular"/>
          <a:sym typeface="PingFang SC Regular"/>
        </a:defRPr>
      </a:lvl7pPr>
      <a:lvl8pPr marL="3454400" marR="0" indent="-254000" algn="l" defTabSz="914400" rtl="0" latinLnBrk="0">
        <a:lnSpc>
          <a:spcPct val="100000"/>
        </a:lnSpc>
        <a:spcBef>
          <a:spcPts val="1000"/>
        </a:spcBef>
        <a:spcAft>
          <a:spcPts val="0"/>
        </a:spcAft>
        <a:buClrTx/>
        <a:buSzPct val="100000"/>
        <a:buFont typeface="Arial"/>
        <a:buChar char="•"/>
        <a:tabLst/>
        <a:defRPr sz="2000" b="0" i="0" u="none" strike="noStrike" cap="none" spc="0" baseline="0">
          <a:solidFill>
            <a:srgbClr val="FFFFFF"/>
          </a:solidFill>
          <a:uFillTx/>
          <a:latin typeface="PingFang SC Regular"/>
          <a:ea typeface="PingFang SC Regular"/>
          <a:cs typeface="PingFang SC Regular"/>
          <a:sym typeface="PingFang SC Regular"/>
        </a:defRPr>
      </a:lvl8pPr>
      <a:lvl9pPr marL="3911600" marR="0" indent="-254000" algn="l" defTabSz="914400" rtl="0" latinLnBrk="0">
        <a:lnSpc>
          <a:spcPct val="100000"/>
        </a:lnSpc>
        <a:spcBef>
          <a:spcPts val="1000"/>
        </a:spcBef>
        <a:spcAft>
          <a:spcPts val="0"/>
        </a:spcAft>
        <a:buClrTx/>
        <a:buSzPct val="100000"/>
        <a:buFont typeface="Arial"/>
        <a:buChar char="•"/>
        <a:tabLst/>
        <a:defRPr sz="2000" b="0" i="0" u="none" strike="noStrike" cap="none" spc="0" baseline="0">
          <a:solidFill>
            <a:srgbClr val="FFFFFF"/>
          </a:solidFill>
          <a:uFillTx/>
          <a:latin typeface="PingFang SC Regular"/>
          <a:ea typeface="PingFang SC Regular"/>
          <a:cs typeface="PingFang SC Regular"/>
          <a:sym typeface="PingFang SC Regular"/>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等线"/>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0.png"/><Relationship Id="rId1" Type="http://schemas.openxmlformats.org/officeDocument/2006/relationships/slideLayout" Target="../slideLayouts/slideLayout26.xml"/><Relationship Id="rId5" Type="http://schemas.openxmlformats.org/officeDocument/2006/relationships/image" Target="../media/image23.tif"/><Relationship Id="rId4" Type="http://schemas.openxmlformats.org/officeDocument/2006/relationships/image" Target="../media/image22.tif"/></Relationships>
</file>

<file path=ppt/slides/_rels/slide5.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0.pn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5.jpe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6.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0.png"/><Relationship Id="rId1" Type="http://schemas.openxmlformats.org/officeDocument/2006/relationships/slideLayout" Target="../slideLayouts/slideLayout26.xml"/><Relationship Id="rId5" Type="http://schemas.openxmlformats.org/officeDocument/2006/relationships/image" Target="../media/image28.tif"/><Relationship Id="rId4" Type="http://schemas.openxmlformats.org/officeDocument/2006/relationships/image" Target="../media/image27.jpeg"/></Relationships>
</file>

<file path=ppt/slides/_rels/slide11.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9.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6.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0.png"/><Relationship Id="rId1" Type="http://schemas.openxmlformats.org/officeDocument/2006/relationships/slideLayout" Target="../slideLayouts/slideLayout26.xml"/><Relationship Id="rId4" Type="http://schemas.openxmlformats.org/officeDocument/2006/relationships/image" Target="../media/image31.jpeg"/></Relationships>
</file>

<file path=ppt/slides/_rels/slide15.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2.jpe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10.png"/><Relationship Id="rId1" Type="http://schemas.openxmlformats.org/officeDocument/2006/relationships/slideLayout" Target="../slideLayouts/slideLayout26.xml"/><Relationship Id="rId5" Type="http://schemas.openxmlformats.org/officeDocument/2006/relationships/image" Target="../media/image35.jpeg"/><Relationship Id="rId4" Type="http://schemas.openxmlformats.org/officeDocument/2006/relationships/image" Target="../media/image34.jpeg"/></Relationships>
</file>

<file path=ppt/slides/_rels/slide19.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9.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6.xml"/><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9.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image" Target="../media/image29.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 name="tray" descr="tray"/>
          <p:cNvPicPr>
            <a:picLocks noChangeAspect="1"/>
          </p:cNvPicPr>
          <p:nvPr/>
        </p:nvPicPr>
        <p:blipFill>
          <a:blip r:embed="rId2">
            <a:extLst/>
          </a:blip>
          <a:srcRect t="10190" b="10190"/>
          <a:stretch>
            <a:fillRect/>
          </a:stretch>
        </p:blipFill>
        <p:spPr>
          <a:xfrm>
            <a:off x="0" y="9144"/>
            <a:ext cx="12236105" cy="6894000"/>
          </a:xfrm>
          <a:prstGeom prst="rect">
            <a:avLst/>
          </a:prstGeom>
          <a:ln w="12700">
            <a:miter lim="400000"/>
          </a:ln>
        </p:spPr>
      </p:pic>
      <p:sp>
        <p:nvSpPr>
          <p:cNvPr id="304" name="body1"/>
          <p:cNvSpPr txBox="1">
            <a:spLocks noGrp="1"/>
          </p:cNvSpPr>
          <p:nvPr>
            <p:ph type="body" sz="quarter" idx="4294967295"/>
          </p:nvPr>
        </p:nvSpPr>
        <p:spPr>
          <a:xfrm>
            <a:off x="785494" y="2732400"/>
            <a:ext cx="10810242" cy="961777"/>
          </a:xfrm>
          <a:prstGeom prst="rect">
            <a:avLst/>
          </a:prstGeom>
        </p:spPr>
        <p:txBody>
          <a:bodyPr lIns="47625" tIns="47625" rIns="47625" bIns="47625"/>
          <a:lstStyle/>
          <a:p>
            <a:pPr marL="285750" indent="-57150">
              <a:lnSpc>
                <a:spcPct val="90000"/>
              </a:lnSpc>
              <a:buSzTx/>
              <a:buNone/>
              <a:defRPr sz="1600">
                <a:solidFill>
                  <a:srgbClr val="000000"/>
                </a:solidFill>
              </a:defRPr>
            </a:pPr>
            <a:r>
              <a:t>Presenter: Cambridge Education International Centre (CEIC) Management Team</a:t>
            </a:r>
          </a:p>
          <a:p>
            <a:pPr marL="285750" indent="-57150">
              <a:lnSpc>
                <a:spcPct val="90000"/>
              </a:lnSpc>
              <a:buSzTx/>
              <a:buNone/>
              <a:defRPr sz="1600">
                <a:solidFill>
                  <a:srgbClr val="000000"/>
                </a:solidFill>
              </a:defRPr>
            </a:pPr>
            <a:r>
              <a:t>剑桥国际教育中心管理团队</a:t>
            </a:r>
          </a:p>
        </p:txBody>
      </p:sp>
      <p:sp>
        <p:nvSpPr>
          <p:cNvPr id="305" name="header"/>
          <p:cNvSpPr txBox="1">
            <a:spLocks noGrp="1"/>
          </p:cNvSpPr>
          <p:nvPr>
            <p:ph type="title" idx="4294967295"/>
          </p:nvPr>
        </p:nvSpPr>
        <p:spPr>
          <a:xfrm>
            <a:off x="941324" y="634391"/>
            <a:ext cx="7507732" cy="1805305"/>
          </a:xfrm>
          <a:prstGeom prst="rect">
            <a:avLst/>
          </a:prstGeom>
        </p:spPr>
        <p:txBody>
          <a:bodyPr lIns="47625" tIns="47625" rIns="47625" bIns="47625" anchor="b"/>
          <a:lstStyle>
            <a:lvl1pPr defTabSz="704087">
              <a:lnSpc>
                <a:spcPts val="4600"/>
              </a:lnSpc>
              <a:defRPr sz="3696">
                <a:solidFill>
                  <a:srgbClr val="000000"/>
                </a:solidFill>
              </a:defRPr>
            </a:lvl1pPr>
          </a:lstStyle>
          <a:p>
            <a:r>
              <a:t>Youth Business School(YBS) - 青少年国际商学院 (稀少参与机会）</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Rectangle 20"/>
          <p:cNvSpPr/>
          <p:nvPr/>
        </p:nvSpPr>
        <p:spPr>
          <a:xfrm>
            <a:off x="1523" y="951642"/>
            <a:ext cx="12188954" cy="6858001"/>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308" name="Arc 24"/>
          <p:cNvSpPr/>
          <p:nvPr/>
        </p:nvSpPr>
        <p:spPr>
          <a:xfrm rot="20746108">
            <a:off x="3539058" y="1268825"/>
            <a:ext cx="2159415" cy="1494281"/>
          </a:xfrm>
          <a:custGeom>
            <a:avLst/>
            <a:gdLst/>
            <a:ahLst/>
            <a:cxnLst>
              <a:cxn ang="0">
                <a:pos x="wd2" y="hd2"/>
              </a:cxn>
              <a:cxn ang="5400000">
                <a:pos x="wd2" y="hd2"/>
              </a:cxn>
              <a:cxn ang="10800000">
                <a:pos x="wd2" y="hd2"/>
              </a:cxn>
              <a:cxn ang="16200000">
                <a:pos x="wd2" y="hd2"/>
              </a:cxn>
            </a:cxnLst>
            <a:rect l="0" t="0" r="r" b="b"/>
            <a:pathLst>
              <a:path w="21600" h="18930" extrusionOk="0">
                <a:moveTo>
                  <a:pt x="0" y="1986"/>
                </a:moveTo>
                <a:lnTo>
                  <a:pt x="0" y="1986"/>
                </a:lnTo>
                <a:cubicBezTo>
                  <a:pt x="7389" y="-2670"/>
                  <a:pt x="16359" y="1142"/>
                  <a:pt x="20036" y="10500"/>
                </a:cubicBezTo>
                <a:cubicBezTo>
                  <a:pt x="21065" y="13119"/>
                  <a:pt x="21600" y="16005"/>
                  <a:pt x="21600" y="18930"/>
                </a:cubicBezTo>
              </a:path>
            </a:pathLst>
          </a:custGeom>
          <a:ln w="127000" cap="rnd">
            <a:solidFill>
              <a:schemeClr val="accent4"/>
            </a:solidFill>
            <a:prstDash val="dash"/>
            <a:miter/>
          </a:ln>
        </p:spPr>
        <p:txBody>
          <a:bodyPr lIns="45719" rIns="45719" anchor="ctr"/>
          <a:lstStyle/>
          <a:p>
            <a:pPr algn="ctr">
              <a:defRPr>
                <a:latin typeface="Calibri"/>
                <a:ea typeface="Calibri"/>
                <a:cs typeface="Calibri"/>
                <a:sym typeface="Calibri"/>
              </a:defRPr>
            </a:pPr>
            <a:endParaRPr/>
          </a:p>
        </p:txBody>
      </p:sp>
      <p:sp>
        <p:nvSpPr>
          <p:cNvPr id="309" name="body1"/>
          <p:cNvSpPr txBox="1"/>
          <p:nvPr/>
        </p:nvSpPr>
        <p:spPr>
          <a:xfrm>
            <a:off x="5235973" y="460340"/>
            <a:ext cx="3158622"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indent="85089" defTabSz="612648">
              <a:spcBef>
                <a:spcPts val="600"/>
              </a:spcBef>
              <a:defRPr sz="1200">
                <a:latin typeface="PingFang SC Medium"/>
                <a:ea typeface="PingFang SC Medium"/>
                <a:cs typeface="PingFang SC Medium"/>
                <a:sym typeface="PingFang SC Medium"/>
              </a:defRPr>
            </a:lvl1pPr>
          </a:lstStyle>
          <a:p>
            <a:r>
              <a:t>1. Introduction CBC学院介绍</a:t>
            </a:r>
          </a:p>
        </p:txBody>
      </p:sp>
      <p:sp>
        <p:nvSpPr>
          <p:cNvPr id="310" name="body2"/>
          <p:cNvSpPr txBox="1"/>
          <p:nvPr/>
        </p:nvSpPr>
        <p:spPr>
          <a:xfrm>
            <a:off x="5226107" y="737742"/>
            <a:ext cx="4973206" cy="508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indent="85089" defTabSz="612648">
              <a:spcBef>
                <a:spcPts val="600"/>
              </a:spcBef>
              <a:defRPr sz="1200">
                <a:latin typeface="PingFang SC Medium"/>
                <a:ea typeface="PingFang SC Medium"/>
                <a:cs typeface="PingFang SC Medium"/>
                <a:sym typeface="PingFang SC Medium"/>
              </a:defRPr>
            </a:pPr>
            <a:r>
              <a:t>2. Current Landscape of UK Higher Education</a:t>
            </a:r>
          </a:p>
          <a:p>
            <a:pPr indent="85089" defTabSz="612648">
              <a:spcBef>
                <a:spcPts val="600"/>
              </a:spcBef>
              <a:defRPr sz="1200">
                <a:latin typeface="PingFang SC Medium"/>
                <a:ea typeface="PingFang SC Medium"/>
                <a:cs typeface="PingFang SC Medium"/>
                <a:sym typeface="PingFang SC Medium"/>
              </a:defRPr>
            </a:pPr>
            <a:r>
              <a:t>   英国高等教育现状</a:t>
            </a:r>
          </a:p>
        </p:txBody>
      </p:sp>
      <p:sp>
        <p:nvSpPr>
          <p:cNvPr id="311" name="body3"/>
          <p:cNvSpPr txBox="1"/>
          <p:nvPr/>
        </p:nvSpPr>
        <p:spPr>
          <a:xfrm>
            <a:off x="5238163" y="1423241"/>
            <a:ext cx="4108152" cy="508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indent="85089" defTabSz="612648">
              <a:spcBef>
                <a:spcPts val="600"/>
              </a:spcBef>
              <a:defRPr sz="1200">
                <a:latin typeface="PingFang SC Medium"/>
                <a:ea typeface="PingFang SC Medium"/>
                <a:cs typeface="PingFang SC Medium"/>
                <a:sym typeface="PingFang SC Medium"/>
              </a:defRPr>
            </a:pPr>
            <a:r>
              <a:t>3. Growth Drivers in Private Higher Education</a:t>
            </a:r>
          </a:p>
          <a:p>
            <a:pPr indent="85089" defTabSz="612648">
              <a:spcBef>
                <a:spcPts val="600"/>
              </a:spcBef>
              <a:defRPr sz="1200">
                <a:latin typeface="PingFang SC Medium"/>
                <a:ea typeface="PingFang SC Medium"/>
                <a:cs typeface="PingFang SC Medium"/>
                <a:sym typeface="PingFang SC Medium"/>
              </a:defRPr>
            </a:pPr>
            <a:r>
              <a:t>   私立高等教育的增长动力</a:t>
            </a:r>
          </a:p>
        </p:txBody>
      </p:sp>
      <p:sp>
        <p:nvSpPr>
          <p:cNvPr id="312" name="body4"/>
          <p:cNvSpPr txBox="1"/>
          <p:nvPr/>
        </p:nvSpPr>
        <p:spPr>
          <a:xfrm>
            <a:off x="5237227" y="2075944"/>
            <a:ext cx="3156115"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indent="85089" defTabSz="612648">
              <a:spcBef>
                <a:spcPts val="600"/>
              </a:spcBef>
              <a:defRPr sz="1200">
                <a:latin typeface="PingFang SC Medium"/>
                <a:ea typeface="PingFang SC Medium"/>
                <a:cs typeface="PingFang SC Medium"/>
                <a:sym typeface="PingFang SC Medium"/>
              </a:defRPr>
            </a:lvl1pPr>
          </a:lstStyle>
          <a:p>
            <a:r>
              <a:t>4. CBC's Unique Positioning CBC独特定位</a:t>
            </a:r>
          </a:p>
        </p:txBody>
      </p:sp>
      <p:sp>
        <p:nvSpPr>
          <p:cNvPr id="313" name="body5"/>
          <p:cNvSpPr txBox="1"/>
          <p:nvPr/>
        </p:nvSpPr>
        <p:spPr>
          <a:xfrm>
            <a:off x="5237227" y="2336842"/>
            <a:ext cx="3156115" cy="508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indent="85089" defTabSz="612648">
              <a:spcBef>
                <a:spcPts val="600"/>
              </a:spcBef>
              <a:defRPr sz="1200">
                <a:latin typeface="PingFang SC Medium"/>
                <a:ea typeface="PingFang SC Medium"/>
                <a:cs typeface="PingFang SC Medium"/>
                <a:sym typeface="PingFang SC Medium"/>
              </a:defRPr>
            </a:pPr>
            <a:r>
              <a:t>5. Financial Overview and Performance</a:t>
            </a:r>
          </a:p>
          <a:p>
            <a:pPr indent="85089" defTabSz="612648">
              <a:spcBef>
                <a:spcPts val="600"/>
              </a:spcBef>
              <a:defRPr sz="1200">
                <a:latin typeface="PingFang SC Medium"/>
                <a:ea typeface="PingFang SC Medium"/>
                <a:cs typeface="PingFang SC Medium"/>
                <a:sym typeface="PingFang SC Medium"/>
              </a:defRPr>
            </a:pPr>
            <a:r>
              <a:t>   财务概况及业绩</a:t>
            </a:r>
          </a:p>
        </p:txBody>
      </p:sp>
      <p:sp>
        <p:nvSpPr>
          <p:cNvPr id="314" name="body6"/>
          <p:cNvSpPr txBox="1"/>
          <p:nvPr/>
        </p:nvSpPr>
        <p:spPr>
          <a:xfrm>
            <a:off x="5237227" y="3005943"/>
            <a:ext cx="3156115"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indent="85089" defTabSz="612648">
              <a:spcBef>
                <a:spcPts val="600"/>
              </a:spcBef>
              <a:defRPr sz="1200">
                <a:latin typeface="PingFang SC Medium"/>
                <a:ea typeface="PingFang SC Medium"/>
                <a:cs typeface="PingFang SC Medium"/>
                <a:sym typeface="PingFang SC Medium"/>
              </a:defRPr>
            </a:lvl1pPr>
          </a:lstStyle>
          <a:p>
            <a:r>
              <a:t>6. Opportunities for Expansion 扩张机会</a:t>
            </a:r>
          </a:p>
        </p:txBody>
      </p:sp>
      <p:sp>
        <p:nvSpPr>
          <p:cNvPr id="315" name="body2"/>
          <p:cNvSpPr txBox="1"/>
          <p:nvPr/>
        </p:nvSpPr>
        <p:spPr>
          <a:xfrm>
            <a:off x="5171933" y="3314700"/>
            <a:ext cx="4716093" cy="228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indent="127000">
              <a:defRPr sz="1300">
                <a:latin typeface="PingFang SC Medium"/>
                <a:ea typeface="PingFang SC Medium"/>
                <a:cs typeface="PingFang SC Medium"/>
                <a:sym typeface="PingFang SC Medium"/>
              </a:defRPr>
            </a:lvl1pPr>
          </a:lstStyle>
          <a:p>
            <a:r>
              <a:t>7. Challenges and Risks 挑战与风险</a:t>
            </a:r>
          </a:p>
        </p:txBody>
      </p:sp>
      <p:sp>
        <p:nvSpPr>
          <p:cNvPr id="316" name="body3"/>
          <p:cNvSpPr txBox="1"/>
          <p:nvPr/>
        </p:nvSpPr>
        <p:spPr>
          <a:xfrm>
            <a:off x="5173009" y="3700555"/>
            <a:ext cx="4713940"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indent="127000">
              <a:defRPr sz="1200">
                <a:latin typeface="PingFang SC Medium"/>
                <a:ea typeface="PingFang SC Medium"/>
                <a:cs typeface="PingFang SC Medium"/>
                <a:sym typeface="PingFang SC Medium"/>
              </a:defRPr>
            </a:lvl1pPr>
          </a:lstStyle>
          <a:p>
            <a:r>
              <a:t>8. Strategic Approaches for Growth 增长策略</a:t>
            </a:r>
          </a:p>
        </p:txBody>
      </p:sp>
      <p:sp>
        <p:nvSpPr>
          <p:cNvPr id="317" name="body4"/>
          <p:cNvSpPr txBox="1"/>
          <p:nvPr/>
        </p:nvSpPr>
        <p:spPr>
          <a:xfrm>
            <a:off x="5171622" y="4013157"/>
            <a:ext cx="4716714"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indent="127000">
              <a:defRPr sz="1200">
                <a:latin typeface="PingFang SC Medium"/>
                <a:ea typeface="PingFang SC Medium"/>
                <a:cs typeface="PingFang SC Medium"/>
                <a:sym typeface="PingFang SC Medium"/>
              </a:defRPr>
            </a:pPr>
            <a:r>
              <a:t>9. Case Studies of Successful Private Institutions</a:t>
            </a:r>
          </a:p>
          <a:p>
            <a:pPr indent="127000">
              <a:defRPr sz="1200">
                <a:latin typeface="PingFang SC Medium"/>
                <a:ea typeface="PingFang SC Medium"/>
                <a:cs typeface="PingFang SC Medium"/>
                <a:sym typeface="PingFang SC Medium"/>
              </a:defRPr>
            </a:pPr>
            <a:r>
              <a:t>   成功私立机构案例研究</a:t>
            </a:r>
          </a:p>
        </p:txBody>
      </p:sp>
      <p:sp>
        <p:nvSpPr>
          <p:cNvPr id="318" name="body5"/>
          <p:cNvSpPr txBox="1"/>
          <p:nvPr/>
        </p:nvSpPr>
        <p:spPr>
          <a:xfrm>
            <a:off x="5171622" y="4512860"/>
            <a:ext cx="4716714"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indent="127000">
              <a:defRPr sz="1200">
                <a:latin typeface="PingFang SC Medium"/>
                <a:ea typeface="PingFang SC Medium"/>
                <a:cs typeface="PingFang SC Medium"/>
                <a:sym typeface="PingFang SC Medium"/>
              </a:defRPr>
            </a:pPr>
            <a:r>
              <a:t>10. Future Outlook and Emerging Trends</a:t>
            </a:r>
          </a:p>
          <a:p>
            <a:pPr indent="127000">
              <a:defRPr sz="1200">
                <a:latin typeface="PingFang SC Medium"/>
                <a:ea typeface="PingFang SC Medium"/>
                <a:cs typeface="PingFang SC Medium"/>
                <a:sym typeface="PingFang SC Medium"/>
              </a:defRPr>
            </a:pPr>
            <a:r>
              <a:t>    未来展望和新兴趋势</a:t>
            </a:r>
          </a:p>
        </p:txBody>
      </p:sp>
      <p:sp>
        <p:nvSpPr>
          <p:cNvPr id="319" name="body1"/>
          <p:cNvSpPr txBox="1"/>
          <p:nvPr/>
        </p:nvSpPr>
        <p:spPr>
          <a:xfrm>
            <a:off x="5169767" y="5109265"/>
            <a:ext cx="4720425"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indent="127000">
              <a:defRPr sz="1200">
                <a:latin typeface="PingFang SC Medium"/>
                <a:ea typeface="PingFang SC Medium"/>
                <a:cs typeface="PingFang SC Medium"/>
                <a:sym typeface="PingFang SC Medium"/>
              </a:defRPr>
            </a:lvl1pPr>
          </a:lstStyle>
          <a:p>
            <a:r>
              <a:t>11. Conclusion and Investor Appeal 结论和投资者诉求</a:t>
            </a:r>
          </a:p>
        </p:txBody>
      </p:sp>
      <p:pic>
        <p:nvPicPr>
          <p:cNvPr id="320" name="tray" descr="tray"/>
          <p:cNvPicPr>
            <a:picLocks noChangeAspect="1"/>
          </p:cNvPicPr>
          <p:nvPr/>
        </p:nvPicPr>
        <p:blipFill>
          <a:blip r:embed="rId2">
            <a:extLst/>
          </a:blip>
          <a:srcRect t="19481"/>
          <a:stretch>
            <a:fillRect/>
          </a:stretch>
        </p:blipFill>
        <p:spPr>
          <a:xfrm>
            <a:off x="-4904253" y="331997"/>
            <a:ext cx="9765091" cy="5563855"/>
          </a:xfrm>
          <a:prstGeom prst="rect">
            <a:avLst/>
          </a:prstGeom>
          <a:ln w="12700">
            <a:miter lim="400000"/>
          </a:ln>
        </p:spPr>
      </p:pic>
      <p:sp>
        <p:nvSpPr>
          <p:cNvPr id="321" name="header"/>
          <p:cNvSpPr txBox="1"/>
          <p:nvPr/>
        </p:nvSpPr>
        <p:spPr>
          <a:xfrm>
            <a:off x="425079" y="2505921"/>
            <a:ext cx="3687227" cy="3063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p>
            <a:pPr algn="ctr">
              <a:lnSpc>
                <a:spcPct val="90000"/>
              </a:lnSpc>
              <a:defRPr sz="5000">
                <a:solidFill>
                  <a:srgbClr val="FFFFFF"/>
                </a:solidFill>
                <a:latin typeface="等线 Light"/>
                <a:ea typeface="等线 Light"/>
                <a:cs typeface="等线 Light"/>
                <a:sym typeface="等线 Light"/>
              </a:defRPr>
            </a:pPr>
            <a:r>
              <a:t>Introduction to CBC</a:t>
            </a:r>
          </a:p>
          <a:p>
            <a:pPr algn="ctr">
              <a:lnSpc>
                <a:spcPct val="90000"/>
              </a:lnSpc>
              <a:defRPr sz="5000">
                <a:solidFill>
                  <a:srgbClr val="FFFFFF"/>
                </a:solidFill>
                <a:latin typeface="等线 Light"/>
                <a:ea typeface="等线 Light"/>
                <a:cs typeface="等线 Light"/>
                <a:sym typeface="等线 Light"/>
              </a:defRPr>
            </a:pPr>
            <a:r>
              <a:t>学院介绍</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Rectangle 9"/>
          <p:cNvSpPr/>
          <p:nvPr/>
        </p:nvSpPr>
        <p:spPr>
          <a:xfrm>
            <a:off x="-1" y="0"/>
            <a:ext cx="12188954" cy="6858000"/>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pic>
        <p:nvPicPr>
          <p:cNvPr id="324" name="tray" descr="tray"/>
          <p:cNvPicPr>
            <a:picLocks noChangeAspect="1"/>
          </p:cNvPicPr>
          <p:nvPr/>
        </p:nvPicPr>
        <p:blipFill>
          <a:blip r:embed="rId2">
            <a:alphaModFix amt="50000"/>
            <a:extLst/>
          </a:blip>
          <a:srcRect l="25"/>
          <a:stretch>
            <a:fillRect/>
          </a:stretch>
        </p:blipFill>
        <p:spPr>
          <a:xfrm>
            <a:off x="114878" y="754268"/>
            <a:ext cx="12188930" cy="6857991"/>
          </a:xfrm>
          <a:prstGeom prst="rect">
            <a:avLst/>
          </a:prstGeom>
          <a:ln w="12700">
            <a:miter lim="400000"/>
          </a:ln>
        </p:spPr>
      </p:pic>
      <p:sp>
        <p:nvSpPr>
          <p:cNvPr id="325" name="header"/>
          <p:cNvSpPr txBox="1">
            <a:spLocks noGrp="1"/>
          </p:cNvSpPr>
          <p:nvPr>
            <p:ph type="title" idx="4294967295"/>
          </p:nvPr>
        </p:nvSpPr>
        <p:spPr>
          <a:xfrm>
            <a:off x="300459" y="2651648"/>
            <a:ext cx="3687227" cy="3063241"/>
          </a:xfrm>
          <a:prstGeom prst="rect">
            <a:avLst/>
          </a:prstGeom>
        </p:spPr>
        <p:txBody>
          <a:bodyPr anchor="b"/>
          <a:lstStyle/>
          <a:p>
            <a:pPr algn="ctr">
              <a:defRPr sz="4500">
                <a:latin typeface="等线 Light"/>
                <a:ea typeface="等线 Light"/>
                <a:cs typeface="等线 Light"/>
                <a:sym typeface="等线 Light"/>
              </a:defRPr>
            </a:pPr>
            <a:r>
              <a:t>Introduction to YBS</a:t>
            </a:r>
          </a:p>
          <a:p>
            <a:pPr algn="ctr">
              <a:defRPr sz="4500">
                <a:latin typeface="等线 Light"/>
                <a:ea typeface="等线 Light"/>
                <a:cs typeface="等线 Light"/>
                <a:sym typeface="等线 Light"/>
              </a:defRPr>
            </a:pPr>
            <a:r>
              <a:t>学院介绍</a:t>
            </a:r>
          </a:p>
        </p:txBody>
      </p:sp>
      <p:sp>
        <p:nvSpPr>
          <p:cNvPr id="326" name="body1"/>
          <p:cNvSpPr txBox="1">
            <a:spLocks noGrp="1"/>
          </p:cNvSpPr>
          <p:nvPr>
            <p:ph type="body" sz="quarter" idx="4294967295"/>
          </p:nvPr>
        </p:nvSpPr>
        <p:spPr>
          <a:xfrm>
            <a:off x="2351022" y="668241"/>
            <a:ext cx="9144001" cy="1536193"/>
          </a:xfrm>
          <a:prstGeom prst="rect">
            <a:avLst/>
          </a:prstGeom>
        </p:spPr>
        <p:txBody>
          <a:bodyPr/>
          <a:lstStyle/>
          <a:p>
            <a:pPr marL="0" indent="0" algn="ctr">
              <a:lnSpc>
                <a:spcPct val="90000"/>
              </a:lnSpc>
              <a:buSzTx/>
              <a:buNone/>
              <a:defRPr sz="2400">
                <a:latin typeface="等线"/>
                <a:ea typeface="等线"/>
                <a:cs typeface="等线"/>
                <a:sym typeface="等线"/>
              </a:defRPr>
            </a:pPr>
            <a:r>
              <a:t>Section 1</a:t>
            </a:r>
          </a:p>
          <a:p>
            <a:pPr marL="0" indent="0" algn="ctr">
              <a:lnSpc>
                <a:spcPct val="90000"/>
              </a:lnSpc>
              <a:buSzTx/>
              <a:buNone/>
              <a:defRPr sz="2400">
                <a:latin typeface="等线"/>
                <a:ea typeface="等线"/>
                <a:cs typeface="等线"/>
                <a:sym typeface="等线"/>
              </a:defRPr>
            </a:pPr>
            <a:r>
              <a:t>第一部分</a:t>
            </a:r>
          </a:p>
        </p:txBody>
      </p:sp>
      <p:grpSp>
        <p:nvGrpSpPr>
          <p:cNvPr id="329" name="sketchy line"/>
          <p:cNvGrpSpPr/>
          <p:nvPr/>
        </p:nvGrpSpPr>
        <p:grpSpPr>
          <a:xfrm>
            <a:off x="3974100" y="4348246"/>
            <a:ext cx="4243996" cy="55234"/>
            <a:chOff x="0" y="0"/>
            <a:chExt cx="4243995" cy="55232"/>
          </a:xfrm>
        </p:grpSpPr>
        <p:sp>
          <p:nvSpPr>
            <p:cNvPr id="327" name="Shape"/>
            <p:cNvSpPr/>
            <p:nvPr/>
          </p:nvSpPr>
          <p:spPr>
            <a:xfrm>
              <a:off x="-1" y="6522"/>
              <a:ext cx="4243696" cy="48711"/>
            </a:xfrm>
            <a:custGeom>
              <a:avLst/>
              <a:gdLst/>
              <a:ahLst/>
              <a:cxnLst>
                <a:cxn ang="0">
                  <a:pos x="wd2" y="hd2"/>
                </a:cxn>
                <a:cxn ang="5400000">
                  <a:pos x="wd2" y="hd2"/>
                </a:cxn>
                <a:cxn ang="10800000">
                  <a:pos x="wd2" y="hd2"/>
                </a:cxn>
                <a:cxn ang="16200000">
                  <a:pos x="wd2" y="hd2"/>
                </a:cxn>
              </a:cxnLst>
              <a:rect l="0" t="0" r="r" b="b"/>
              <a:pathLst>
                <a:path w="21598" h="14183" extrusionOk="0">
                  <a:moveTo>
                    <a:pt x="0" y="4034"/>
                  </a:moveTo>
                  <a:cubicBezTo>
                    <a:pt x="732" y="8876"/>
                    <a:pt x="1358" y="8357"/>
                    <a:pt x="2654" y="4034"/>
                  </a:cubicBezTo>
                  <a:cubicBezTo>
                    <a:pt x="3950" y="-289"/>
                    <a:pt x="4146" y="-1022"/>
                    <a:pt x="5091" y="4034"/>
                  </a:cubicBezTo>
                  <a:cubicBezTo>
                    <a:pt x="6037" y="9089"/>
                    <a:pt x="6884" y="-2811"/>
                    <a:pt x="7745" y="4034"/>
                  </a:cubicBezTo>
                  <a:cubicBezTo>
                    <a:pt x="8605" y="10878"/>
                    <a:pt x="9617" y="5743"/>
                    <a:pt x="10830" y="4034"/>
                  </a:cubicBezTo>
                  <a:cubicBezTo>
                    <a:pt x="12043" y="2324"/>
                    <a:pt x="13338" y="-4118"/>
                    <a:pt x="14131" y="4034"/>
                  </a:cubicBezTo>
                  <a:cubicBezTo>
                    <a:pt x="14925" y="12186"/>
                    <a:pt x="15939" y="-3267"/>
                    <a:pt x="17649" y="4034"/>
                  </a:cubicBezTo>
                  <a:cubicBezTo>
                    <a:pt x="19358" y="11334"/>
                    <a:pt x="20447" y="4928"/>
                    <a:pt x="21598" y="4034"/>
                  </a:cubicBezTo>
                  <a:cubicBezTo>
                    <a:pt x="21596" y="5828"/>
                    <a:pt x="21598" y="7462"/>
                    <a:pt x="21598" y="9359"/>
                  </a:cubicBezTo>
                  <a:cubicBezTo>
                    <a:pt x="20449" y="2351"/>
                    <a:pt x="19516" y="7928"/>
                    <a:pt x="18297" y="9359"/>
                  </a:cubicBezTo>
                  <a:cubicBezTo>
                    <a:pt x="17077" y="10789"/>
                    <a:pt x="16308" y="4869"/>
                    <a:pt x="14779" y="9359"/>
                  </a:cubicBezTo>
                  <a:cubicBezTo>
                    <a:pt x="13251" y="13848"/>
                    <a:pt x="12857" y="17482"/>
                    <a:pt x="11262" y="9359"/>
                  </a:cubicBezTo>
                  <a:cubicBezTo>
                    <a:pt x="9667" y="1235"/>
                    <a:pt x="10008" y="12679"/>
                    <a:pt x="8825" y="9359"/>
                  </a:cubicBezTo>
                  <a:cubicBezTo>
                    <a:pt x="7641" y="6038"/>
                    <a:pt x="6839" y="7671"/>
                    <a:pt x="5523" y="9359"/>
                  </a:cubicBezTo>
                  <a:cubicBezTo>
                    <a:pt x="4208" y="11046"/>
                    <a:pt x="3961" y="14401"/>
                    <a:pt x="2654" y="9359"/>
                  </a:cubicBezTo>
                  <a:cubicBezTo>
                    <a:pt x="1347" y="4316"/>
                    <a:pt x="612" y="5277"/>
                    <a:pt x="0" y="9359"/>
                  </a:cubicBezTo>
                  <a:cubicBezTo>
                    <a:pt x="4" y="7178"/>
                    <a:pt x="-2" y="6416"/>
                    <a:pt x="0" y="4034"/>
                  </a:cubicBezTo>
                  <a:close/>
                </a:path>
              </a:pathLst>
            </a:custGeom>
            <a:solidFill>
              <a:srgbClr val="FFFFFF">
                <a:alpha val="7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8" name="Shape"/>
            <p:cNvSpPr/>
            <p:nvPr/>
          </p:nvSpPr>
          <p:spPr>
            <a:xfrm>
              <a:off x="60" y="-1"/>
              <a:ext cx="4243936" cy="46249"/>
            </a:xfrm>
            <a:custGeom>
              <a:avLst/>
              <a:gdLst/>
              <a:ahLst/>
              <a:cxnLst>
                <a:cxn ang="0">
                  <a:pos x="wd2" y="hd2"/>
                </a:cxn>
                <a:cxn ang="5400000">
                  <a:pos x="wd2" y="hd2"/>
                </a:cxn>
                <a:cxn ang="10800000">
                  <a:pos x="wd2" y="hd2"/>
                </a:cxn>
                <a:cxn ang="16200000">
                  <a:pos x="wd2" y="hd2"/>
                </a:cxn>
              </a:cxnLst>
              <a:rect l="0" t="0" r="r" b="b"/>
              <a:pathLst>
                <a:path w="21596" h="14334" extrusionOk="0">
                  <a:moveTo>
                    <a:pt x="0" y="6315"/>
                  </a:moveTo>
                  <a:cubicBezTo>
                    <a:pt x="1086" y="-195"/>
                    <a:pt x="1565" y="700"/>
                    <a:pt x="2437" y="6315"/>
                  </a:cubicBezTo>
                  <a:cubicBezTo>
                    <a:pt x="3310" y="11930"/>
                    <a:pt x="4229" y="-267"/>
                    <a:pt x="4874" y="6315"/>
                  </a:cubicBezTo>
                  <a:cubicBezTo>
                    <a:pt x="5519" y="12897"/>
                    <a:pt x="6624" y="14102"/>
                    <a:pt x="7743" y="6315"/>
                  </a:cubicBezTo>
                  <a:cubicBezTo>
                    <a:pt x="8863" y="-1472"/>
                    <a:pt x="10026" y="-2716"/>
                    <a:pt x="11260" y="6315"/>
                  </a:cubicBezTo>
                  <a:cubicBezTo>
                    <a:pt x="12494" y="15346"/>
                    <a:pt x="13021" y="4829"/>
                    <a:pt x="13913" y="6315"/>
                  </a:cubicBezTo>
                  <a:cubicBezTo>
                    <a:pt x="14805" y="7802"/>
                    <a:pt x="15761" y="2159"/>
                    <a:pt x="16566" y="6315"/>
                  </a:cubicBezTo>
                  <a:cubicBezTo>
                    <a:pt x="17371" y="10471"/>
                    <a:pt x="20253" y="3178"/>
                    <a:pt x="21594" y="6315"/>
                  </a:cubicBezTo>
                  <a:cubicBezTo>
                    <a:pt x="21599" y="9097"/>
                    <a:pt x="21592" y="9216"/>
                    <a:pt x="21594" y="11983"/>
                  </a:cubicBezTo>
                  <a:cubicBezTo>
                    <a:pt x="20654" y="15999"/>
                    <a:pt x="19899" y="7294"/>
                    <a:pt x="18294" y="11983"/>
                  </a:cubicBezTo>
                  <a:cubicBezTo>
                    <a:pt x="16689" y="16673"/>
                    <a:pt x="16894" y="5083"/>
                    <a:pt x="15641" y="11983"/>
                  </a:cubicBezTo>
                  <a:cubicBezTo>
                    <a:pt x="14387" y="18884"/>
                    <a:pt x="14083" y="6893"/>
                    <a:pt x="12988" y="11983"/>
                  </a:cubicBezTo>
                  <a:cubicBezTo>
                    <a:pt x="11893" y="17074"/>
                    <a:pt x="11103" y="12367"/>
                    <a:pt x="9687" y="11983"/>
                  </a:cubicBezTo>
                  <a:cubicBezTo>
                    <a:pt x="8270" y="11599"/>
                    <a:pt x="7927" y="13808"/>
                    <a:pt x="6170" y="11983"/>
                  </a:cubicBezTo>
                  <a:cubicBezTo>
                    <a:pt x="4413" y="10159"/>
                    <a:pt x="4450" y="11159"/>
                    <a:pt x="3733" y="11983"/>
                  </a:cubicBezTo>
                  <a:cubicBezTo>
                    <a:pt x="3016" y="12808"/>
                    <a:pt x="934" y="10888"/>
                    <a:pt x="0" y="11983"/>
                  </a:cubicBezTo>
                  <a:cubicBezTo>
                    <a:pt x="-1" y="10723"/>
                    <a:pt x="3" y="8118"/>
                    <a:pt x="0" y="6315"/>
                  </a:cubicBezTo>
                  <a:close/>
                </a:path>
              </a:pathLst>
            </a:custGeom>
            <a:noFill/>
            <a:ln w="44450" cap="rnd">
              <a:solidFill>
                <a:srgbClr val="FFFFFF">
                  <a:alpha val="75000"/>
                </a:srgbClr>
              </a:solidFill>
              <a:prstDash val="solid"/>
              <a:round/>
            </a:ln>
            <a:effectLst/>
          </p:spPr>
          <p:txBody>
            <a:bodyPr wrap="square" lIns="45719" tIns="45719" rIns="45719" bIns="45719" numCol="1" anchor="ctr">
              <a:noAutofit/>
            </a:bodyPr>
            <a:lstStyle/>
            <a:p>
              <a:pPr algn="ctr">
                <a:defRPr>
                  <a:solidFill>
                    <a:srgbClr val="FFFFFF"/>
                  </a:solidFill>
                </a:defRPr>
              </a:pPr>
              <a:endParaRPr/>
            </a:p>
          </p:txBody>
        </p:sp>
      </p:grpSp>
      <p:pic>
        <p:nvPicPr>
          <p:cNvPr id="330" name="tray" descr="tray"/>
          <p:cNvPicPr>
            <a:picLocks noChangeAspect="1"/>
          </p:cNvPicPr>
          <p:nvPr/>
        </p:nvPicPr>
        <p:blipFill>
          <a:blip r:embed="rId3">
            <a:extLst/>
          </a:blip>
          <a:srcRect t="19481"/>
          <a:stretch>
            <a:fillRect/>
          </a:stretch>
        </p:blipFill>
        <p:spPr>
          <a:xfrm>
            <a:off x="63601" y="-3427108"/>
            <a:ext cx="12065089" cy="6874324"/>
          </a:xfrm>
          <a:prstGeom prst="rect">
            <a:avLst/>
          </a:prstGeom>
          <a:ln w="12700">
            <a:miter lim="400000"/>
          </a:ln>
        </p:spPr>
      </p:pic>
      <p:sp>
        <p:nvSpPr>
          <p:cNvPr id="331" name="Section 1 / 第一部分"/>
          <p:cNvSpPr txBox="1"/>
          <p:nvPr/>
        </p:nvSpPr>
        <p:spPr>
          <a:xfrm>
            <a:off x="4671883" y="4916008"/>
            <a:ext cx="2848234" cy="5105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ctr">
              <a:lnSpc>
                <a:spcPct val="90000"/>
              </a:lnSpc>
              <a:spcBef>
                <a:spcPts val="1000"/>
              </a:spcBef>
              <a:buFont typeface="Arial"/>
              <a:defRPr sz="2400">
                <a:solidFill>
                  <a:srgbClr val="FFFFFF"/>
                </a:solidFill>
              </a:defRPr>
            </a:lvl1pPr>
          </a:lstStyle>
          <a:p>
            <a:r>
              <a:t>Section 1 / 第一部分</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 name="tray" descr="tray"/>
          <p:cNvPicPr>
            <a:picLocks noChangeAspect="1"/>
          </p:cNvPicPr>
          <p:nvPr/>
        </p:nvPicPr>
        <p:blipFill>
          <a:blip r:embed="rId2">
            <a:extLst/>
          </a:blip>
          <a:stretch>
            <a:fillRect/>
          </a:stretch>
        </p:blipFill>
        <p:spPr>
          <a:xfrm>
            <a:off x="4" y="-3991"/>
            <a:ext cx="12191993" cy="1308409"/>
          </a:xfrm>
          <a:prstGeom prst="rect">
            <a:avLst/>
          </a:prstGeom>
          <a:ln w="12700">
            <a:miter lim="400000"/>
          </a:ln>
        </p:spPr>
      </p:pic>
      <p:pic>
        <p:nvPicPr>
          <p:cNvPr id="334" name="list-item-img3" descr="list-item-img3"/>
          <p:cNvPicPr>
            <a:picLocks noChangeAspect="1"/>
          </p:cNvPicPr>
          <p:nvPr/>
        </p:nvPicPr>
        <p:blipFill>
          <a:blip r:embed="rId3">
            <a:extLst/>
          </a:blip>
          <a:srcRect l="6000" r="6002"/>
          <a:stretch>
            <a:fillRect/>
          </a:stretch>
        </p:blipFill>
        <p:spPr>
          <a:xfrm>
            <a:off x="8019782" y="1950722"/>
            <a:ext cx="3346451" cy="2484372"/>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sp>
        <p:nvSpPr>
          <p:cNvPr id="335" name="header"/>
          <p:cNvSpPr txBox="1">
            <a:spLocks noGrp="1"/>
          </p:cNvSpPr>
          <p:nvPr>
            <p:ph type="title" idx="4294967295"/>
          </p:nvPr>
        </p:nvSpPr>
        <p:spPr>
          <a:xfrm>
            <a:off x="835413" y="342412"/>
            <a:ext cx="10800002" cy="615602"/>
          </a:xfrm>
          <a:prstGeom prst="rect">
            <a:avLst/>
          </a:prstGeom>
        </p:spPr>
        <p:txBody>
          <a:bodyPr anchor="ctr"/>
          <a:lstStyle>
            <a:lvl1pPr defTabSz="749808">
              <a:defRPr sz="2952">
                <a:solidFill>
                  <a:srgbClr val="000000"/>
                </a:solidFill>
              </a:defRPr>
            </a:lvl1pPr>
          </a:lstStyle>
          <a:p>
            <a:r>
              <a:t>Overview of YBS 概述</a:t>
            </a:r>
          </a:p>
        </p:txBody>
      </p:sp>
      <p:sp>
        <p:nvSpPr>
          <p:cNvPr id="336" name="body1"/>
          <p:cNvSpPr txBox="1">
            <a:spLocks noGrp="1"/>
          </p:cNvSpPr>
          <p:nvPr>
            <p:ph type="body" sz="quarter" idx="4294967295"/>
          </p:nvPr>
        </p:nvSpPr>
        <p:spPr>
          <a:xfrm>
            <a:off x="414015" y="4609965"/>
            <a:ext cx="3276442" cy="1404788"/>
          </a:xfrm>
          <a:prstGeom prst="rect">
            <a:avLst/>
          </a:prstGeom>
        </p:spPr>
        <p:txBody>
          <a:bodyPr lIns="36000" tIns="36000" rIns="36000" bIns="36000"/>
          <a:lstStyle/>
          <a:p>
            <a:pPr marL="0" indent="0" defTabSz="758951">
              <a:lnSpc>
                <a:spcPts val="1900"/>
              </a:lnSpc>
              <a:spcBef>
                <a:spcPts val="300"/>
              </a:spcBef>
              <a:buSzTx/>
              <a:buNone/>
              <a:defRPr sz="1494">
                <a:solidFill>
                  <a:srgbClr val="000000"/>
                </a:solidFill>
                <a:latin typeface="PingFang SC Medium"/>
                <a:ea typeface="PingFang SC Medium"/>
                <a:cs typeface="PingFang SC Medium"/>
                <a:sym typeface="PingFang SC Medium"/>
              </a:defRPr>
            </a:pPr>
            <a:r>
              <a:rPr dirty="0" err="1"/>
              <a:t>背景</a:t>
            </a:r>
            <a:endParaRPr dirty="0"/>
          </a:p>
          <a:p>
            <a:pPr marL="0" indent="0" defTabSz="758951">
              <a:lnSpc>
                <a:spcPts val="1900"/>
              </a:lnSpc>
              <a:spcBef>
                <a:spcPts val="300"/>
              </a:spcBef>
              <a:buSzTx/>
              <a:buNone/>
              <a:defRPr sz="1494">
                <a:solidFill>
                  <a:srgbClr val="000000"/>
                </a:solidFill>
                <a:latin typeface="PingFang SC Medium"/>
                <a:ea typeface="PingFang SC Medium"/>
                <a:cs typeface="PingFang SC Medium"/>
                <a:sym typeface="PingFang SC Medium"/>
              </a:defRPr>
            </a:pPr>
            <a:r>
              <a:rPr dirty="0"/>
              <a:t>YB</a:t>
            </a:r>
            <a:r>
              <a:rPr lang="en-US" dirty="0"/>
              <a:t>S</a:t>
            </a:r>
            <a:r>
              <a:rPr dirty="0"/>
              <a:t>是优质教育和灵活学习的典范，多年来建立了良好的声誉。该机构以其适应和发展的能力而自豪，确保其教育课程既贴合实际又易于接受。</a:t>
            </a:r>
          </a:p>
        </p:txBody>
      </p:sp>
      <p:sp>
        <p:nvSpPr>
          <p:cNvPr id="337" name="body2"/>
          <p:cNvSpPr txBox="1"/>
          <p:nvPr/>
        </p:nvSpPr>
        <p:spPr>
          <a:xfrm>
            <a:off x="4492830" y="4681964"/>
            <a:ext cx="3221000" cy="12607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6000" tIns="36000" rIns="36000" bIns="36000">
            <a:normAutofit/>
          </a:bodyPr>
          <a:lstStyle/>
          <a:p>
            <a:pPr defTabSz="841247">
              <a:lnSpc>
                <a:spcPts val="2200"/>
              </a:lnSpc>
              <a:spcBef>
                <a:spcPts val="300"/>
              </a:spcBef>
              <a:defRPr sz="1656">
                <a:latin typeface="PingFang SC Medium"/>
                <a:ea typeface="PingFang SC Medium"/>
                <a:cs typeface="PingFang SC Medium"/>
                <a:sym typeface="PingFang SC Medium"/>
              </a:defRPr>
            </a:pPr>
            <a:r>
              <a:t>使命</a:t>
            </a:r>
          </a:p>
          <a:p>
            <a:pPr defTabSz="841247">
              <a:lnSpc>
                <a:spcPts val="2200"/>
              </a:lnSpc>
              <a:spcBef>
                <a:spcPts val="300"/>
              </a:spcBef>
              <a:defRPr sz="1656">
                <a:latin typeface="PingFang SC Medium"/>
                <a:ea typeface="PingFang SC Medium"/>
                <a:cs typeface="PingFang SC Medium"/>
                <a:sym typeface="PingFang SC Medium"/>
              </a:defRPr>
            </a:pPr>
            <a:r>
              <a:t>YBS坚定不移地致力于提供高质量的教育，高度重视就业能力，为学生提供所需的技能.</a:t>
            </a:r>
          </a:p>
        </p:txBody>
      </p:sp>
      <p:sp>
        <p:nvSpPr>
          <p:cNvPr id="338" name="body3"/>
          <p:cNvSpPr txBox="1"/>
          <p:nvPr/>
        </p:nvSpPr>
        <p:spPr>
          <a:xfrm>
            <a:off x="8019783" y="4681963"/>
            <a:ext cx="3221002" cy="12607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6000" tIns="36000" rIns="36000" bIns="36000">
            <a:normAutofit/>
          </a:bodyPr>
          <a:lstStyle/>
          <a:p>
            <a:pPr defTabSz="740663">
              <a:lnSpc>
                <a:spcPts val="1900"/>
              </a:lnSpc>
              <a:spcBef>
                <a:spcPts val="300"/>
              </a:spcBef>
              <a:defRPr sz="1458">
                <a:latin typeface="PingFang SC Medium"/>
                <a:ea typeface="PingFang SC Medium"/>
                <a:cs typeface="PingFang SC Medium"/>
                <a:sym typeface="PingFang SC Medium"/>
              </a:defRPr>
            </a:pPr>
            <a:r>
              <a:t>发展计划</a:t>
            </a:r>
          </a:p>
          <a:p>
            <a:pPr defTabSz="740663">
              <a:lnSpc>
                <a:spcPts val="1900"/>
              </a:lnSpc>
              <a:spcBef>
                <a:spcPts val="300"/>
              </a:spcBef>
              <a:defRPr sz="1458">
                <a:latin typeface="PingFang SC Medium"/>
                <a:ea typeface="PingFang SC Medium"/>
                <a:cs typeface="PingFang SC Medium"/>
                <a:sym typeface="PingFang SC Medium"/>
              </a:defRPr>
            </a:pPr>
            <a:r>
              <a:t>学生入学人数显著增长，有多个校区，并建立了稳固的大学合作伙伴关系，其成功为利益相关者提供了价值。</a:t>
            </a:r>
          </a:p>
        </p:txBody>
      </p:sp>
      <p:pic>
        <p:nvPicPr>
          <p:cNvPr id="339" name="Image" descr="Image"/>
          <p:cNvPicPr>
            <a:picLocks noChangeAspect="1"/>
          </p:cNvPicPr>
          <p:nvPr/>
        </p:nvPicPr>
        <p:blipFill>
          <a:blip r:embed="rId4">
            <a:extLst/>
          </a:blip>
          <a:stretch>
            <a:fillRect/>
          </a:stretch>
        </p:blipFill>
        <p:spPr>
          <a:xfrm>
            <a:off x="4353709" y="2072384"/>
            <a:ext cx="3542478" cy="2188812"/>
          </a:xfrm>
          <a:prstGeom prst="rect">
            <a:avLst/>
          </a:prstGeom>
          <a:ln w="12700">
            <a:miter lim="400000"/>
          </a:ln>
        </p:spPr>
      </p:pic>
      <p:pic>
        <p:nvPicPr>
          <p:cNvPr id="340" name="Image" descr="Image"/>
          <p:cNvPicPr>
            <a:picLocks noChangeAspect="1"/>
          </p:cNvPicPr>
          <p:nvPr/>
        </p:nvPicPr>
        <p:blipFill>
          <a:blip r:embed="rId5">
            <a:extLst/>
          </a:blip>
          <a:stretch>
            <a:fillRect/>
          </a:stretch>
        </p:blipFill>
        <p:spPr>
          <a:xfrm>
            <a:off x="146257" y="1818850"/>
            <a:ext cx="4083856" cy="2695880"/>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Rectangle 9"/>
          <p:cNvSpPr/>
          <p:nvPr/>
        </p:nvSpPr>
        <p:spPr>
          <a:xfrm>
            <a:off x="0" y="-1"/>
            <a:ext cx="12192000" cy="6858001"/>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pic>
        <p:nvPicPr>
          <p:cNvPr id="343" name="tray" descr="tray"/>
          <p:cNvPicPr>
            <a:picLocks noChangeAspect="1"/>
          </p:cNvPicPr>
          <p:nvPr/>
        </p:nvPicPr>
        <p:blipFill>
          <a:blip r:embed="rId2">
            <a:alphaModFix amt="50000"/>
            <a:extLst/>
          </a:blip>
          <a:stretch>
            <a:fillRect/>
          </a:stretch>
        </p:blipFill>
        <p:spPr>
          <a:xfrm>
            <a:off x="19" y="18288"/>
            <a:ext cx="12191981" cy="6858001"/>
          </a:xfrm>
          <a:prstGeom prst="rect">
            <a:avLst/>
          </a:prstGeom>
          <a:ln w="12700">
            <a:miter lim="400000"/>
          </a:ln>
        </p:spPr>
      </p:pic>
      <p:sp>
        <p:nvSpPr>
          <p:cNvPr id="344" name="header"/>
          <p:cNvSpPr txBox="1">
            <a:spLocks noGrp="1"/>
          </p:cNvSpPr>
          <p:nvPr>
            <p:ph type="title" idx="4294967295"/>
          </p:nvPr>
        </p:nvSpPr>
        <p:spPr>
          <a:xfrm>
            <a:off x="334446" y="2719762"/>
            <a:ext cx="3937913" cy="2900519"/>
          </a:xfrm>
          <a:prstGeom prst="rect">
            <a:avLst/>
          </a:prstGeom>
        </p:spPr>
        <p:txBody>
          <a:bodyPr anchor="b"/>
          <a:lstStyle/>
          <a:p>
            <a:pPr algn="ctr" defTabSz="685800">
              <a:defRPr sz="3750">
                <a:latin typeface="等线 Light"/>
                <a:ea typeface="等线 Light"/>
                <a:cs typeface="等线 Light"/>
                <a:sym typeface="等线 Light"/>
              </a:defRPr>
            </a:pPr>
            <a:r>
              <a:t>Current Landscape of UK Higher Education </a:t>
            </a:r>
          </a:p>
          <a:p>
            <a:pPr algn="ctr" defTabSz="685800">
              <a:defRPr sz="3750">
                <a:latin typeface="等线 Light"/>
                <a:ea typeface="等线 Light"/>
                <a:cs typeface="等线 Light"/>
                <a:sym typeface="等线 Light"/>
              </a:defRPr>
            </a:pPr>
            <a:r>
              <a:t>英国高等教育现状</a:t>
            </a:r>
          </a:p>
        </p:txBody>
      </p:sp>
      <p:sp>
        <p:nvSpPr>
          <p:cNvPr id="345" name="body1"/>
          <p:cNvSpPr txBox="1">
            <a:spLocks noGrp="1"/>
          </p:cNvSpPr>
          <p:nvPr>
            <p:ph type="body" sz="quarter" idx="4294967295"/>
          </p:nvPr>
        </p:nvSpPr>
        <p:spPr>
          <a:xfrm>
            <a:off x="1524000" y="4669212"/>
            <a:ext cx="9144000" cy="1098396"/>
          </a:xfrm>
          <a:prstGeom prst="rect">
            <a:avLst/>
          </a:prstGeom>
        </p:spPr>
        <p:txBody>
          <a:bodyPr/>
          <a:lstStyle>
            <a:lvl1pPr marL="0" indent="0" algn="ctr">
              <a:lnSpc>
                <a:spcPct val="90000"/>
              </a:lnSpc>
              <a:buSzTx/>
              <a:buNone/>
              <a:defRPr sz="2400">
                <a:latin typeface="等线"/>
                <a:ea typeface="等线"/>
                <a:cs typeface="等线"/>
                <a:sym typeface="等线"/>
              </a:defRPr>
            </a:lvl1pPr>
          </a:lstStyle>
          <a:p>
            <a:r>
              <a:t>Section 2 / 第二部分</a:t>
            </a:r>
          </a:p>
        </p:txBody>
      </p:sp>
      <p:pic>
        <p:nvPicPr>
          <p:cNvPr id="346" name="Image" descr="Image"/>
          <p:cNvPicPr>
            <a:picLocks noChangeAspect="1"/>
          </p:cNvPicPr>
          <p:nvPr/>
        </p:nvPicPr>
        <p:blipFill>
          <a:blip r:embed="rId3">
            <a:extLst/>
          </a:blip>
          <a:stretch>
            <a:fillRect/>
          </a:stretch>
        </p:blipFill>
        <p:spPr>
          <a:xfrm>
            <a:off x="0" y="-361837"/>
            <a:ext cx="12192001" cy="3635176"/>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1000"/>
                                  </p:stCondLst>
                                  <p:iterate>
                                    <p:tmAbs val="0"/>
                                  </p:iterate>
                                  <p:childTnLst>
                                    <p:set>
                                      <p:cBhvr>
                                        <p:cTn id="6" fill="hold"/>
                                        <p:tgtEl>
                                          <p:spTgt spid="344"/>
                                        </p:tgtEl>
                                        <p:attrNameLst>
                                          <p:attrName>style.visibility</p:attrName>
                                        </p:attrNameLst>
                                      </p:cBhvr>
                                      <p:to>
                                        <p:strVal val="visible"/>
                                      </p:to>
                                    </p:set>
                                    <p:animEffect transition="in" filter="fade">
                                      <p:cBhvr>
                                        <p:cTn id="7" dur="400"/>
                                        <p:tgtEl>
                                          <p:spTgt spid="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 grpId="1"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 name="tray" descr="tray"/>
          <p:cNvPicPr>
            <a:picLocks noChangeAspect="1"/>
          </p:cNvPicPr>
          <p:nvPr/>
        </p:nvPicPr>
        <p:blipFill>
          <a:blip r:embed="rId2">
            <a:extLst/>
          </a:blip>
          <a:srcRect l="30000" r="30000"/>
          <a:stretch>
            <a:fillRect/>
          </a:stretch>
        </p:blipFill>
        <p:spPr>
          <a:xfrm>
            <a:off x="-10049" y="-10049"/>
            <a:ext cx="4295747" cy="6891094"/>
          </a:xfrm>
          <a:prstGeom prst="rect">
            <a:avLst/>
          </a:prstGeom>
          <a:ln w="12700">
            <a:miter lim="400000"/>
          </a:ln>
        </p:spPr>
      </p:pic>
      <p:pic>
        <p:nvPicPr>
          <p:cNvPr id="349" name="shape1" descr="shape1"/>
          <p:cNvPicPr>
            <a:picLocks noChangeAspect="1"/>
          </p:cNvPicPr>
          <p:nvPr/>
        </p:nvPicPr>
        <p:blipFill>
          <a:blip r:embed="rId3">
            <a:extLst/>
          </a:blip>
          <a:stretch>
            <a:fillRect/>
          </a:stretch>
        </p:blipFill>
        <p:spPr>
          <a:xfrm>
            <a:off x="4852177" y="1151309"/>
            <a:ext cx="6552567" cy="1323341"/>
          </a:xfrm>
          <a:prstGeom prst="rect">
            <a:avLst/>
          </a:prstGeom>
          <a:ln w="12700">
            <a:miter lim="400000"/>
          </a:ln>
        </p:spPr>
      </p:pic>
      <p:pic>
        <p:nvPicPr>
          <p:cNvPr id="350" name="shape3" descr="shape3"/>
          <p:cNvPicPr>
            <a:picLocks noChangeAspect="1"/>
          </p:cNvPicPr>
          <p:nvPr/>
        </p:nvPicPr>
        <p:blipFill>
          <a:blip r:embed="rId3">
            <a:extLst/>
          </a:blip>
          <a:stretch>
            <a:fillRect/>
          </a:stretch>
        </p:blipFill>
        <p:spPr>
          <a:xfrm>
            <a:off x="4852177" y="4277426"/>
            <a:ext cx="6552567" cy="1323341"/>
          </a:xfrm>
          <a:prstGeom prst="rect">
            <a:avLst/>
          </a:prstGeom>
          <a:ln w="12700">
            <a:miter lim="400000"/>
          </a:ln>
        </p:spPr>
      </p:pic>
      <p:pic>
        <p:nvPicPr>
          <p:cNvPr id="351" name="shape2" descr="shape2"/>
          <p:cNvPicPr>
            <a:picLocks noChangeAspect="1"/>
          </p:cNvPicPr>
          <p:nvPr/>
        </p:nvPicPr>
        <p:blipFill>
          <a:blip r:embed="rId3">
            <a:extLst/>
          </a:blip>
          <a:stretch>
            <a:fillRect/>
          </a:stretch>
        </p:blipFill>
        <p:spPr>
          <a:xfrm>
            <a:off x="4847415" y="2794118"/>
            <a:ext cx="6562091" cy="1323341"/>
          </a:xfrm>
          <a:prstGeom prst="rect">
            <a:avLst/>
          </a:prstGeom>
          <a:ln w="12700">
            <a:miter lim="400000"/>
          </a:ln>
        </p:spPr>
      </p:pic>
      <p:sp>
        <p:nvSpPr>
          <p:cNvPr id="352" name="body1"/>
          <p:cNvSpPr txBox="1">
            <a:spLocks noGrp="1"/>
          </p:cNvSpPr>
          <p:nvPr>
            <p:ph type="body" sz="quarter" idx="4294967295"/>
          </p:nvPr>
        </p:nvSpPr>
        <p:spPr>
          <a:xfrm>
            <a:off x="4848685" y="1155119"/>
            <a:ext cx="6559551" cy="1315721"/>
          </a:xfrm>
          <a:prstGeom prst="rect">
            <a:avLst/>
          </a:prstGeom>
        </p:spPr>
        <p:txBody>
          <a:bodyPr lIns="72000" tIns="72000" rIns="72000" bIns="72000"/>
          <a:lstStyle/>
          <a:p>
            <a:pPr marL="0" indent="0">
              <a:lnSpc>
                <a:spcPct val="135000"/>
              </a:lnSpc>
              <a:spcBef>
                <a:spcPts val="400"/>
              </a:spcBef>
              <a:buSzTx/>
              <a:buNone/>
              <a:defRPr sz="1800">
                <a:solidFill>
                  <a:srgbClr val="000000"/>
                </a:solidFill>
                <a:latin typeface="PingFang SC Medium"/>
                <a:ea typeface="PingFang SC Medium"/>
                <a:cs typeface="PingFang SC Medium"/>
                <a:sym typeface="PingFang SC Medium"/>
              </a:defRPr>
            </a:pPr>
            <a:r>
              <a:t>Public Universities/公立大学</a:t>
            </a:r>
          </a:p>
          <a:p>
            <a:pPr marL="0" lvl="4" indent="0">
              <a:lnSpc>
                <a:spcPct val="135000"/>
              </a:lnSpc>
              <a:spcBef>
                <a:spcPts val="400"/>
              </a:spcBef>
              <a:buSzTx/>
              <a:buNone/>
              <a:defRPr sz="1400">
                <a:solidFill>
                  <a:srgbClr val="000000"/>
                </a:solidFill>
              </a:defRPr>
            </a:pPr>
            <a:r>
              <a:t>英国公立大学历史悠久，课程全面，招生人数历来较高。</a:t>
            </a:r>
          </a:p>
        </p:txBody>
      </p:sp>
      <p:sp>
        <p:nvSpPr>
          <p:cNvPr id="353" name="header"/>
          <p:cNvSpPr txBox="1">
            <a:spLocks noGrp="1"/>
          </p:cNvSpPr>
          <p:nvPr>
            <p:ph type="title" idx="4294967295"/>
          </p:nvPr>
        </p:nvSpPr>
        <p:spPr>
          <a:xfrm>
            <a:off x="4852177" y="373564"/>
            <a:ext cx="6552567" cy="417831"/>
          </a:xfrm>
          <a:prstGeom prst="rect">
            <a:avLst/>
          </a:prstGeom>
        </p:spPr>
        <p:txBody>
          <a:bodyPr/>
          <a:lstStyle>
            <a:lvl1pPr defTabSz="621791">
              <a:defRPr sz="1904">
                <a:solidFill>
                  <a:srgbClr val="000000"/>
                </a:solidFill>
              </a:defRPr>
            </a:lvl1pPr>
          </a:lstStyle>
          <a:p>
            <a:r>
              <a:t>Public vs. Private Institutions 公立与私立机构</a:t>
            </a:r>
          </a:p>
        </p:txBody>
      </p:sp>
      <p:sp>
        <p:nvSpPr>
          <p:cNvPr id="354" name="body2"/>
          <p:cNvSpPr txBox="1"/>
          <p:nvPr/>
        </p:nvSpPr>
        <p:spPr>
          <a:xfrm>
            <a:off x="5084250" y="2834563"/>
            <a:ext cx="6396111" cy="12424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2000" tIns="72000" rIns="72000" bIns="72000">
            <a:normAutofit/>
          </a:bodyPr>
          <a:lstStyle/>
          <a:p>
            <a:pPr>
              <a:lnSpc>
                <a:spcPct val="135000"/>
              </a:lnSpc>
              <a:spcBef>
                <a:spcPts val="400"/>
              </a:spcBef>
              <a:defRPr>
                <a:latin typeface="PingFang SC Medium"/>
                <a:ea typeface="PingFang SC Medium"/>
                <a:cs typeface="PingFang SC Medium"/>
                <a:sym typeface="PingFang SC Medium"/>
              </a:defRPr>
            </a:pPr>
            <a:r>
              <a:t>Private Providers / 私立教育机构</a:t>
            </a:r>
          </a:p>
          <a:p>
            <a:pPr lvl="4" indent="0">
              <a:lnSpc>
                <a:spcPct val="135000"/>
              </a:lnSpc>
              <a:spcBef>
                <a:spcPts val="400"/>
              </a:spcBef>
              <a:defRPr sz="1400">
                <a:latin typeface="PingFang SC Regular"/>
                <a:ea typeface="PingFang SC Regular"/>
                <a:cs typeface="PingFang SC Regular"/>
                <a:sym typeface="PingFang SC Regular"/>
              </a:defRPr>
            </a:pPr>
            <a:r>
              <a:t>像 YBS 这样的私立机构提供小众学习领域，注重灵活性和高质量培训，满足现代学生不断变化的需求。</a:t>
            </a:r>
          </a:p>
        </p:txBody>
      </p:sp>
      <p:sp>
        <p:nvSpPr>
          <p:cNvPr id="355" name="body3"/>
          <p:cNvSpPr txBox="1"/>
          <p:nvPr/>
        </p:nvSpPr>
        <p:spPr>
          <a:xfrm>
            <a:off x="5094727" y="4334072"/>
            <a:ext cx="6396111" cy="1514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2000" tIns="72000" rIns="72000" bIns="72000">
            <a:normAutofit/>
          </a:bodyPr>
          <a:lstStyle/>
          <a:p>
            <a:pPr>
              <a:lnSpc>
                <a:spcPct val="135000"/>
              </a:lnSpc>
              <a:spcBef>
                <a:spcPts val="400"/>
              </a:spcBef>
              <a:defRPr>
                <a:latin typeface="PingFang SC Medium"/>
                <a:ea typeface="PingFang SC Medium"/>
                <a:cs typeface="PingFang SC Medium"/>
                <a:sym typeface="PingFang SC Medium"/>
              </a:defRPr>
            </a:pPr>
            <a:r>
              <a:t>Enrollment Trends/入学趋势</a:t>
            </a:r>
          </a:p>
          <a:p>
            <a:pPr lvl="4" indent="0">
              <a:lnSpc>
                <a:spcPct val="135000"/>
              </a:lnSpc>
              <a:spcBef>
                <a:spcPts val="400"/>
              </a:spcBef>
              <a:defRPr sz="1400">
                <a:latin typeface="PingFang SC Regular"/>
                <a:ea typeface="PingFang SC Regular"/>
                <a:cs typeface="PingFang SC Regular"/>
                <a:sym typeface="PingFang SC Regular"/>
              </a:defRPr>
            </a:pPr>
            <a:r>
              <a:t>私立学院的学生入学率有所上升，YBS 就是这一增长趋势的典型例子，表明高等教育格局正在发生转变。</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Rectangle 9"/>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pic>
        <p:nvPicPr>
          <p:cNvPr id="358" name="tray" descr="tray"/>
          <p:cNvPicPr>
            <a:picLocks noChangeAspect="1"/>
          </p:cNvPicPr>
          <p:nvPr/>
        </p:nvPicPr>
        <p:blipFill>
          <a:blip r:embed="rId2">
            <a:extLst/>
          </a:blip>
          <a:srcRect l="6819" t="6483" r="26690"/>
          <a:stretch>
            <a:fillRect/>
          </a:stretch>
        </p:blipFill>
        <p:spPr>
          <a:xfrm>
            <a:off x="3523487" y="9"/>
            <a:ext cx="8668514" cy="6857918"/>
          </a:xfrm>
          <a:prstGeom prst="rect">
            <a:avLst/>
          </a:prstGeom>
          <a:ln w="12700">
            <a:miter lim="400000"/>
          </a:ln>
        </p:spPr>
      </p:pic>
      <p:sp>
        <p:nvSpPr>
          <p:cNvPr id="359" name="Rectangle 11"/>
          <p:cNvSpPr/>
          <p:nvPr/>
        </p:nvSpPr>
        <p:spPr>
          <a:xfrm>
            <a:off x="3" y="0"/>
            <a:ext cx="9339206" cy="6858000"/>
          </a:xfrm>
          <a:prstGeom prst="rect">
            <a:avLst/>
          </a:prstGeom>
          <a:gradFill>
            <a:gsLst>
              <a:gs pos="0">
                <a:srgbClr val="000000">
                  <a:alpha val="0"/>
                </a:srgbClr>
              </a:gs>
              <a:gs pos="33000">
                <a:srgbClr val="000000">
                  <a:alpha val="64000"/>
                </a:srgbClr>
              </a:gs>
              <a:gs pos="58000">
                <a:srgbClr val="000000"/>
              </a:gs>
              <a:gs pos="100000">
                <a:srgbClr val="000000"/>
              </a:gs>
            </a:gsLst>
            <a:lin ang="10800000"/>
          </a:gradFill>
          <a:ln w="12700">
            <a:miter lim="400000"/>
          </a:ln>
        </p:spPr>
        <p:txBody>
          <a:bodyPr lIns="45719" rIns="45719" anchor="ctr"/>
          <a:lstStyle/>
          <a:p>
            <a:pPr algn="ctr">
              <a:defRPr>
                <a:solidFill>
                  <a:srgbClr val="FFFFFF"/>
                </a:solidFill>
              </a:defRPr>
            </a:pPr>
            <a:endParaRPr/>
          </a:p>
        </p:txBody>
      </p:sp>
      <p:sp>
        <p:nvSpPr>
          <p:cNvPr id="360" name="header"/>
          <p:cNvSpPr txBox="1">
            <a:spLocks noGrp="1"/>
          </p:cNvSpPr>
          <p:nvPr>
            <p:ph type="title" idx="4294967295"/>
          </p:nvPr>
        </p:nvSpPr>
        <p:spPr>
          <a:xfrm>
            <a:off x="378865" y="3703081"/>
            <a:ext cx="3452325" cy="2460231"/>
          </a:xfrm>
          <a:prstGeom prst="rect">
            <a:avLst/>
          </a:prstGeom>
        </p:spPr>
        <p:txBody>
          <a:bodyPr anchor="b"/>
          <a:lstStyle/>
          <a:p>
            <a:pPr algn="ctr" defTabSz="640079">
              <a:defRPr sz="3150">
                <a:latin typeface="等线 Light"/>
                <a:ea typeface="等线 Light"/>
                <a:cs typeface="等线 Light"/>
                <a:sym typeface="等线 Light"/>
              </a:defRPr>
            </a:pPr>
            <a:r>
              <a:t>Growth Drivers in Private Higher Education </a:t>
            </a:r>
          </a:p>
          <a:p>
            <a:pPr algn="ctr" defTabSz="640079">
              <a:defRPr sz="3150">
                <a:latin typeface="等线 Light"/>
                <a:ea typeface="等线 Light"/>
                <a:cs typeface="等线 Light"/>
                <a:sym typeface="等线 Light"/>
              </a:defRPr>
            </a:pPr>
            <a:r>
              <a:t>私立高等教育的增长动力</a:t>
            </a:r>
          </a:p>
        </p:txBody>
      </p:sp>
      <p:sp>
        <p:nvSpPr>
          <p:cNvPr id="361" name="body1"/>
          <p:cNvSpPr txBox="1">
            <a:spLocks noGrp="1"/>
          </p:cNvSpPr>
          <p:nvPr>
            <p:ph type="body" sz="quarter" idx="4294967295"/>
          </p:nvPr>
        </p:nvSpPr>
        <p:spPr>
          <a:xfrm>
            <a:off x="6029228" y="4668998"/>
            <a:ext cx="4023360" cy="1208142"/>
          </a:xfrm>
          <a:prstGeom prst="rect">
            <a:avLst/>
          </a:prstGeom>
        </p:spPr>
        <p:txBody>
          <a:bodyPr/>
          <a:lstStyle>
            <a:lvl1pPr marL="0" indent="0">
              <a:lnSpc>
                <a:spcPct val="90000"/>
              </a:lnSpc>
              <a:buSzTx/>
              <a:buNone/>
              <a:defRPr>
                <a:latin typeface="等线"/>
                <a:ea typeface="等线"/>
                <a:cs typeface="等线"/>
                <a:sym typeface="等线"/>
              </a:defRPr>
            </a:lvl1pPr>
          </a:lstStyle>
          <a:p>
            <a:r>
              <a:t>Section 3 / 第三部分</a:t>
            </a:r>
          </a:p>
        </p:txBody>
      </p:sp>
      <p:sp>
        <p:nvSpPr>
          <p:cNvPr id="362" name="Rectangle 15"/>
          <p:cNvSpPr/>
          <p:nvPr/>
        </p:nvSpPr>
        <p:spPr>
          <a:xfrm>
            <a:off x="481028" y="4546920"/>
            <a:ext cx="3977642" cy="18289"/>
          </a:xfrm>
          <a:prstGeom prst="rect">
            <a:avLst/>
          </a:prstGeom>
          <a:solidFill>
            <a:srgbClr val="000000"/>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363" name="Image" descr="Image"/>
          <p:cNvPicPr>
            <a:picLocks noChangeAspect="1"/>
          </p:cNvPicPr>
          <p:nvPr/>
        </p:nvPicPr>
        <p:blipFill>
          <a:blip r:embed="rId3">
            <a:extLst/>
          </a:blip>
          <a:stretch>
            <a:fillRect/>
          </a:stretch>
        </p:blipFill>
        <p:spPr>
          <a:xfrm>
            <a:off x="0" y="-333479"/>
            <a:ext cx="12192001" cy="3635177"/>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5" name="background" descr="background"/>
          <p:cNvPicPr>
            <a:picLocks noChangeAspect="1"/>
          </p:cNvPicPr>
          <p:nvPr/>
        </p:nvPicPr>
        <p:blipFill>
          <a:blip r:embed="rId2">
            <a:extLst/>
          </a:blip>
          <a:stretch>
            <a:fillRect/>
          </a:stretch>
        </p:blipFill>
        <p:spPr>
          <a:xfrm>
            <a:off x="-18858" y="130104"/>
            <a:ext cx="12229715" cy="6890401"/>
          </a:xfrm>
          <a:prstGeom prst="rect">
            <a:avLst/>
          </a:prstGeom>
          <a:ln w="12700">
            <a:miter lim="400000"/>
          </a:ln>
        </p:spPr>
      </p:pic>
      <p:pic>
        <p:nvPicPr>
          <p:cNvPr id="366" name="shape3" descr="shape3"/>
          <p:cNvPicPr>
            <a:picLocks noChangeAspect="1"/>
          </p:cNvPicPr>
          <p:nvPr/>
        </p:nvPicPr>
        <p:blipFill>
          <a:blip r:embed="rId3">
            <a:extLst/>
          </a:blip>
          <a:stretch>
            <a:fillRect/>
          </a:stretch>
        </p:blipFill>
        <p:spPr>
          <a:xfrm>
            <a:off x="7968650" y="1709097"/>
            <a:ext cx="3128318" cy="3873154"/>
          </a:xfrm>
          <a:prstGeom prst="rect">
            <a:avLst/>
          </a:prstGeom>
          <a:ln w="12700">
            <a:miter lim="400000"/>
          </a:ln>
        </p:spPr>
      </p:pic>
      <p:pic>
        <p:nvPicPr>
          <p:cNvPr id="367" name="shape2" descr="shape2"/>
          <p:cNvPicPr>
            <a:picLocks noChangeAspect="1"/>
          </p:cNvPicPr>
          <p:nvPr/>
        </p:nvPicPr>
        <p:blipFill>
          <a:blip r:embed="rId4">
            <a:extLst/>
          </a:blip>
          <a:stretch>
            <a:fillRect/>
          </a:stretch>
        </p:blipFill>
        <p:spPr>
          <a:xfrm>
            <a:off x="4401070" y="1711505"/>
            <a:ext cx="3114393" cy="3870747"/>
          </a:xfrm>
          <a:prstGeom prst="rect">
            <a:avLst/>
          </a:prstGeom>
          <a:ln w="12700">
            <a:miter lim="400000"/>
          </a:ln>
        </p:spPr>
      </p:pic>
      <p:pic>
        <p:nvPicPr>
          <p:cNvPr id="368" name="shape1" descr="shape1"/>
          <p:cNvPicPr>
            <a:picLocks noChangeAspect="1"/>
          </p:cNvPicPr>
          <p:nvPr/>
        </p:nvPicPr>
        <p:blipFill>
          <a:blip r:embed="rId5">
            <a:extLst/>
          </a:blip>
          <a:stretch>
            <a:fillRect/>
          </a:stretch>
        </p:blipFill>
        <p:spPr>
          <a:xfrm>
            <a:off x="881071" y="1601915"/>
            <a:ext cx="3303405" cy="4089929"/>
          </a:xfrm>
          <a:prstGeom prst="rect">
            <a:avLst/>
          </a:prstGeom>
          <a:ln w="12700">
            <a:miter lim="400000"/>
          </a:ln>
        </p:spPr>
      </p:pic>
      <p:sp>
        <p:nvSpPr>
          <p:cNvPr id="369" name="body1"/>
          <p:cNvSpPr txBox="1">
            <a:spLocks noGrp="1"/>
          </p:cNvSpPr>
          <p:nvPr>
            <p:ph type="body" sz="quarter" idx="4294967295"/>
          </p:nvPr>
        </p:nvSpPr>
        <p:spPr>
          <a:xfrm>
            <a:off x="947445" y="1872348"/>
            <a:ext cx="3119719" cy="3861023"/>
          </a:xfrm>
          <a:prstGeom prst="rect">
            <a:avLst/>
          </a:prstGeom>
        </p:spPr>
        <p:txBody>
          <a:bodyPr lIns="215999" tIns="215999" rIns="215999" bIns="215999"/>
          <a:lstStyle/>
          <a:p>
            <a:pPr marL="0" indent="0">
              <a:spcBef>
                <a:spcPts val="1200"/>
              </a:spcBef>
              <a:buSzTx/>
              <a:buNone/>
              <a:defRPr sz="1800">
                <a:latin typeface="PingFang SC Medium"/>
                <a:ea typeface="PingFang SC Medium"/>
                <a:cs typeface="PingFang SC Medium"/>
                <a:sym typeface="PingFang SC Medium"/>
              </a:defRPr>
            </a:pPr>
            <a:r>
              <a:t>Flexibility and Focus on degree programmes</a:t>
            </a:r>
          </a:p>
          <a:p>
            <a:pPr marL="0" lvl="4" indent="0">
              <a:spcBef>
                <a:spcPts val="1200"/>
              </a:spcBef>
              <a:buSzTx/>
              <a:buNone/>
              <a:defRPr sz="1400"/>
            </a:pPr>
            <a:r>
              <a:t>灵活性和对学位课程的关注</a:t>
            </a:r>
          </a:p>
          <a:p>
            <a:pPr marL="0" lvl="4" indent="0">
              <a:spcBef>
                <a:spcPts val="1200"/>
              </a:spcBef>
              <a:buSzTx/>
              <a:buNone/>
              <a:defRPr sz="1400"/>
            </a:pPr>
            <a:r>
              <a:t>对在线和混合学习选项的需求不断增长，推动了私立高等教育领域的增长，学生寻求更具适应性的学习安排。</a:t>
            </a:r>
          </a:p>
        </p:txBody>
      </p:sp>
      <p:sp>
        <p:nvSpPr>
          <p:cNvPr id="370" name="body3"/>
          <p:cNvSpPr txBox="1"/>
          <p:nvPr/>
        </p:nvSpPr>
        <p:spPr>
          <a:xfrm>
            <a:off x="7983644" y="2700348"/>
            <a:ext cx="3092320" cy="2205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5999" tIns="215999" rIns="215999" bIns="215999">
            <a:normAutofit/>
          </a:bodyPr>
          <a:lstStyle/>
          <a:p>
            <a:pPr defTabSz="832104">
              <a:spcBef>
                <a:spcPts val="1000"/>
              </a:spcBef>
              <a:defRPr sz="1638">
                <a:solidFill>
                  <a:srgbClr val="FFFFFF"/>
                </a:solidFill>
                <a:latin typeface="PingFang SC Medium"/>
                <a:ea typeface="PingFang SC Medium"/>
                <a:cs typeface="PingFang SC Medium"/>
                <a:sym typeface="PingFang SC Medium"/>
              </a:defRPr>
            </a:pPr>
            <a:r>
              <a:t>International Attractiveness</a:t>
            </a:r>
          </a:p>
          <a:p>
            <a:pPr lvl="4" indent="0" defTabSz="832104">
              <a:spcBef>
                <a:spcPts val="1000"/>
              </a:spcBef>
              <a:defRPr sz="1274">
                <a:solidFill>
                  <a:srgbClr val="FFFFFF"/>
                </a:solidFill>
                <a:latin typeface="PingFang SC Regular"/>
                <a:ea typeface="PingFang SC Regular"/>
                <a:cs typeface="PingFang SC Regular"/>
                <a:sym typeface="PingFang SC Regular"/>
              </a:defRPr>
            </a:pPr>
            <a:r>
              <a:t>国际吸引力</a:t>
            </a:r>
          </a:p>
          <a:p>
            <a:pPr lvl="4" indent="0" defTabSz="832104">
              <a:spcBef>
                <a:spcPts val="1000"/>
              </a:spcBef>
              <a:defRPr sz="1274">
                <a:solidFill>
                  <a:srgbClr val="FFFFFF"/>
                </a:solidFill>
                <a:latin typeface="PingFang SC Regular"/>
                <a:ea typeface="PingFang SC Regular"/>
                <a:cs typeface="PingFang SC Regular"/>
                <a:sym typeface="PingFang SC Regular"/>
              </a:defRPr>
            </a:pPr>
            <a:r>
              <a:t>YBS学院的全球视野和国际学生群体使其成为世界各地学习者的理想目的地，进一步推动了其发展。</a:t>
            </a:r>
          </a:p>
        </p:txBody>
      </p:sp>
      <p:sp>
        <p:nvSpPr>
          <p:cNvPr id="371" name="body2"/>
          <p:cNvSpPr txBox="1"/>
          <p:nvPr/>
        </p:nvSpPr>
        <p:spPr>
          <a:xfrm>
            <a:off x="4481717" y="2392687"/>
            <a:ext cx="2906613" cy="2820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5999" tIns="215999" rIns="215999" bIns="215999">
            <a:normAutofit/>
          </a:bodyPr>
          <a:lstStyle/>
          <a:p>
            <a:pPr defTabSz="859536">
              <a:spcBef>
                <a:spcPts val="1100"/>
              </a:spcBef>
              <a:defRPr sz="1692">
                <a:solidFill>
                  <a:srgbClr val="FFFFFF"/>
                </a:solidFill>
                <a:latin typeface="PingFang SC Medium"/>
                <a:ea typeface="PingFang SC Medium"/>
                <a:cs typeface="PingFang SC Medium"/>
                <a:sym typeface="PingFang SC Medium"/>
              </a:defRPr>
            </a:pPr>
            <a:r>
              <a:t>Student Preferences and Regulatory Reforms</a:t>
            </a:r>
          </a:p>
          <a:p>
            <a:pPr defTabSz="859536">
              <a:spcBef>
                <a:spcPts val="1100"/>
              </a:spcBef>
              <a:defRPr sz="1692">
                <a:solidFill>
                  <a:srgbClr val="FFFFFF"/>
                </a:solidFill>
                <a:latin typeface="PingFang SC Medium"/>
                <a:ea typeface="PingFang SC Medium"/>
                <a:cs typeface="PingFang SC Medium"/>
                <a:sym typeface="PingFang SC Medium"/>
              </a:defRPr>
            </a:pPr>
            <a:r>
              <a:t>学生偏好和监管改革</a:t>
            </a:r>
          </a:p>
          <a:p>
            <a:pPr defTabSz="859536">
              <a:spcBef>
                <a:spcPts val="1100"/>
              </a:spcBef>
              <a:defRPr sz="1692">
                <a:solidFill>
                  <a:srgbClr val="FFFFFF"/>
                </a:solidFill>
                <a:latin typeface="PingFang SC Medium"/>
                <a:ea typeface="PingFang SC Medium"/>
                <a:cs typeface="PingFang SC Medium"/>
                <a:sym typeface="PingFang SC Medium"/>
              </a:defRPr>
            </a:pPr>
            <a:endParaRPr/>
          </a:p>
          <a:p>
            <a:pPr lvl="4" indent="0" defTabSz="859536">
              <a:spcBef>
                <a:spcPts val="1100"/>
              </a:spcBef>
              <a:defRPr sz="1316">
                <a:solidFill>
                  <a:srgbClr val="FFFFFF"/>
                </a:solidFill>
                <a:latin typeface="PingFang SC Regular"/>
                <a:ea typeface="PingFang SC Regular"/>
                <a:cs typeface="PingFang SC Regular"/>
                <a:sym typeface="PingFang SC Regular"/>
              </a:defRPr>
            </a:pPr>
            <a:r>
              <a:t>私立教育的接受度越来越高，这得益于学生对专业培训的偏好和支持性监管改革。</a:t>
            </a:r>
          </a:p>
        </p:txBody>
      </p:sp>
      <p:sp>
        <p:nvSpPr>
          <p:cNvPr id="372" name="header"/>
          <p:cNvSpPr txBox="1">
            <a:spLocks noGrp="1"/>
          </p:cNvSpPr>
          <p:nvPr>
            <p:ph type="title" idx="4294967295"/>
          </p:nvPr>
        </p:nvSpPr>
        <p:spPr>
          <a:xfrm>
            <a:off x="835413" y="342412"/>
            <a:ext cx="10800002" cy="615602"/>
          </a:xfrm>
          <a:prstGeom prst="rect">
            <a:avLst/>
          </a:prstGeom>
        </p:spPr>
        <p:txBody>
          <a:bodyPr anchor="ctr"/>
          <a:lstStyle>
            <a:lvl1pPr defTabSz="749808">
              <a:defRPr sz="2952"/>
            </a:lvl1pPr>
          </a:lstStyle>
          <a:p>
            <a:r>
              <a:t>Trends in Education/教育趋势</a:t>
            </a:r>
          </a:p>
        </p:txBody>
      </p:sp>
      <p:sp>
        <p:nvSpPr>
          <p:cNvPr id="373" name="number1"/>
          <p:cNvSpPr txBox="1"/>
          <p:nvPr/>
        </p:nvSpPr>
        <p:spPr>
          <a:xfrm>
            <a:off x="1081719" y="1533176"/>
            <a:ext cx="2851171" cy="6153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557784">
              <a:spcBef>
                <a:spcPts val="600"/>
              </a:spcBef>
              <a:defRPr sz="2928">
                <a:solidFill>
                  <a:srgbClr val="B4C7E7"/>
                </a:solidFill>
                <a:latin typeface="PingFang SC Medium"/>
                <a:ea typeface="PingFang SC Medium"/>
                <a:cs typeface="PingFang SC Medium"/>
                <a:sym typeface="PingFang SC Medium"/>
              </a:defRPr>
            </a:lvl1pPr>
          </a:lstStyle>
          <a:p>
            <a:r>
              <a:t>01</a:t>
            </a:r>
          </a:p>
        </p:txBody>
      </p:sp>
      <p:sp>
        <p:nvSpPr>
          <p:cNvPr id="374" name="number2"/>
          <p:cNvSpPr txBox="1"/>
          <p:nvPr/>
        </p:nvSpPr>
        <p:spPr>
          <a:xfrm>
            <a:off x="4708035" y="2026806"/>
            <a:ext cx="2851171" cy="6153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557784">
              <a:spcBef>
                <a:spcPts val="600"/>
              </a:spcBef>
              <a:defRPr sz="2928">
                <a:solidFill>
                  <a:srgbClr val="FFFFFF"/>
                </a:solidFill>
                <a:latin typeface="PingFang SC Medium"/>
                <a:ea typeface="PingFang SC Medium"/>
                <a:cs typeface="PingFang SC Medium"/>
                <a:sym typeface="PingFang SC Medium"/>
              </a:defRPr>
            </a:lvl1pPr>
          </a:lstStyle>
          <a:p>
            <a:r>
              <a:t>02</a:t>
            </a:r>
          </a:p>
        </p:txBody>
      </p:sp>
      <p:sp>
        <p:nvSpPr>
          <p:cNvPr id="375" name="number3"/>
          <p:cNvSpPr txBox="1"/>
          <p:nvPr/>
        </p:nvSpPr>
        <p:spPr>
          <a:xfrm>
            <a:off x="8200076" y="2026806"/>
            <a:ext cx="2851172" cy="6153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557784">
              <a:spcBef>
                <a:spcPts val="600"/>
              </a:spcBef>
              <a:defRPr sz="2928">
                <a:solidFill>
                  <a:srgbClr val="B4C7E7"/>
                </a:solidFill>
                <a:latin typeface="PingFang SC Medium"/>
                <a:ea typeface="PingFang SC Medium"/>
                <a:cs typeface="PingFang SC Medium"/>
                <a:sym typeface="PingFang SC Medium"/>
              </a:defRPr>
            </a:lvl1pPr>
          </a:lstStyle>
          <a:p>
            <a:r>
              <a:t>03</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Rectangle 9"/>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pic>
        <p:nvPicPr>
          <p:cNvPr id="378" name="tray" descr="tray"/>
          <p:cNvPicPr>
            <a:picLocks noChangeAspect="1"/>
          </p:cNvPicPr>
          <p:nvPr/>
        </p:nvPicPr>
        <p:blipFill>
          <a:blip r:embed="rId2">
            <a:extLst/>
          </a:blip>
          <a:srcRect l="6819" t="6483" r="26690"/>
          <a:stretch>
            <a:fillRect/>
          </a:stretch>
        </p:blipFill>
        <p:spPr>
          <a:xfrm>
            <a:off x="3523487" y="9"/>
            <a:ext cx="8668514" cy="6857918"/>
          </a:xfrm>
          <a:prstGeom prst="rect">
            <a:avLst/>
          </a:prstGeom>
          <a:ln w="12700">
            <a:miter lim="400000"/>
          </a:ln>
        </p:spPr>
      </p:pic>
      <p:sp>
        <p:nvSpPr>
          <p:cNvPr id="379" name="Rectangle 11"/>
          <p:cNvSpPr/>
          <p:nvPr/>
        </p:nvSpPr>
        <p:spPr>
          <a:xfrm>
            <a:off x="3" y="0"/>
            <a:ext cx="9339206" cy="6858000"/>
          </a:xfrm>
          <a:prstGeom prst="rect">
            <a:avLst/>
          </a:prstGeom>
          <a:gradFill>
            <a:gsLst>
              <a:gs pos="0">
                <a:srgbClr val="000000">
                  <a:alpha val="0"/>
                </a:srgbClr>
              </a:gs>
              <a:gs pos="33000">
                <a:srgbClr val="000000">
                  <a:alpha val="64000"/>
                </a:srgbClr>
              </a:gs>
              <a:gs pos="58000">
                <a:srgbClr val="000000"/>
              </a:gs>
              <a:gs pos="100000">
                <a:srgbClr val="000000"/>
              </a:gs>
            </a:gsLst>
            <a:lin ang="10800000"/>
          </a:gradFill>
          <a:ln w="12700">
            <a:miter lim="400000"/>
          </a:ln>
        </p:spPr>
        <p:txBody>
          <a:bodyPr lIns="45719" rIns="45719" anchor="ctr"/>
          <a:lstStyle/>
          <a:p>
            <a:pPr algn="ctr">
              <a:defRPr>
                <a:solidFill>
                  <a:srgbClr val="FFFFFF"/>
                </a:solidFill>
              </a:defRPr>
            </a:pPr>
            <a:endParaRPr/>
          </a:p>
        </p:txBody>
      </p:sp>
      <p:sp>
        <p:nvSpPr>
          <p:cNvPr id="380" name="header"/>
          <p:cNvSpPr txBox="1">
            <a:spLocks noGrp="1"/>
          </p:cNvSpPr>
          <p:nvPr>
            <p:ph type="title" idx="4294967295"/>
          </p:nvPr>
        </p:nvSpPr>
        <p:spPr>
          <a:xfrm>
            <a:off x="172094" y="2651788"/>
            <a:ext cx="4023360" cy="3204135"/>
          </a:xfrm>
          <a:prstGeom prst="rect">
            <a:avLst/>
          </a:prstGeom>
        </p:spPr>
        <p:txBody>
          <a:bodyPr anchor="b"/>
          <a:lstStyle/>
          <a:p>
            <a:pPr>
              <a:defRPr sz="4500">
                <a:latin typeface="等线 Light"/>
                <a:ea typeface="等线 Light"/>
                <a:cs typeface="等线 Light"/>
                <a:sym typeface="等线 Light"/>
              </a:defRPr>
            </a:pPr>
            <a:r>
              <a:t>YBS's Unique Positioning</a:t>
            </a:r>
          </a:p>
          <a:p>
            <a:pPr>
              <a:defRPr sz="4500">
                <a:latin typeface="等线 Light"/>
                <a:ea typeface="等线 Light"/>
                <a:cs typeface="等线 Light"/>
                <a:sym typeface="等线 Light"/>
              </a:defRPr>
            </a:pPr>
            <a:r>
              <a:t>YBS独特定位</a:t>
            </a:r>
          </a:p>
        </p:txBody>
      </p:sp>
      <p:sp>
        <p:nvSpPr>
          <p:cNvPr id="381" name="body1"/>
          <p:cNvSpPr txBox="1">
            <a:spLocks noGrp="1"/>
          </p:cNvSpPr>
          <p:nvPr>
            <p:ph type="body" sz="quarter" idx="4294967295"/>
          </p:nvPr>
        </p:nvSpPr>
        <p:spPr>
          <a:xfrm>
            <a:off x="6425746" y="4793618"/>
            <a:ext cx="4023360" cy="1208142"/>
          </a:xfrm>
          <a:prstGeom prst="rect">
            <a:avLst/>
          </a:prstGeom>
        </p:spPr>
        <p:txBody>
          <a:bodyPr/>
          <a:lstStyle>
            <a:lvl1pPr marL="0" indent="0">
              <a:lnSpc>
                <a:spcPct val="90000"/>
              </a:lnSpc>
              <a:buSzTx/>
              <a:buNone/>
              <a:defRPr>
                <a:latin typeface="等线"/>
                <a:ea typeface="等线"/>
                <a:cs typeface="等线"/>
                <a:sym typeface="等线"/>
              </a:defRPr>
            </a:lvl1pPr>
          </a:lstStyle>
          <a:p>
            <a:r>
              <a:t>Section 4/第四部分</a:t>
            </a:r>
          </a:p>
        </p:txBody>
      </p:sp>
      <p:sp>
        <p:nvSpPr>
          <p:cNvPr id="382" name="Rectangle 15"/>
          <p:cNvSpPr/>
          <p:nvPr/>
        </p:nvSpPr>
        <p:spPr>
          <a:xfrm>
            <a:off x="481028" y="4546920"/>
            <a:ext cx="3977642" cy="18289"/>
          </a:xfrm>
          <a:prstGeom prst="rect">
            <a:avLst/>
          </a:prstGeom>
          <a:solidFill>
            <a:srgbClr val="000000"/>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383" name="Image" descr="Image"/>
          <p:cNvPicPr>
            <a:picLocks noChangeAspect="1"/>
          </p:cNvPicPr>
          <p:nvPr/>
        </p:nvPicPr>
        <p:blipFill>
          <a:blip r:embed="rId3">
            <a:extLst/>
          </a:blip>
          <a:stretch>
            <a:fillRect/>
          </a:stretch>
        </p:blipFill>
        <p:spPr>
          <a:xfrm>
            <a:off x="0" y="-163543"/>
            <a:ext cx="12192001" cy="3635177"/>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1000"/>
                                  </p:stCondLst>
                                  <p:iterate>
                                    <p:tmAbs val="0"/>
                                  </p:iterate>
                                  <p:childTnLst>
                                    <p:set>
                                      <p:cBhvr>
                                        <p:cTn id="6" fill="hold"/>
                                        <p:tgtEl>
                                          <p:spTgt spid="380"/>
                                        </p:tgtEl>
                                        <p:attrNameLst>
                                          <p:attrName>style.visibility</p:attrName>
                                        </p:attrNameLst>
                                      </p:cBhvr>
                                      <p:to>
                                        <p:strVal val="visible"/>
                                      </p:to>
                                    </p:set>
                                    <p:animEffect transition="in" filter="fade">
                                      <p:cBhvr>
                                        <p:cTn id="7" dur="4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 grpId="1"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5" name="tray" descr="tray"/>
          <p:cNvPicPr>
            <a:picLocks noChangeAspect="1"/>
          </p:cNvPicPr>
          <p:nvPr/>
        </p:nvPicPr>
        <p:blipFill>
          <a:blip r:embed="rId2">
            <a:extLst/>
          </a:blip>
          <a:stretch>
            <a:fillRect/>
          </a:stretch>
        </p:blipFill>
        <p:spPr>
          <a:xfrm>
            <a:off x="4" y="-3991"/>
            <a:ext cx="12191993" cy="1308409"/>
          </a:xfrm>
          <a:prstGeom prst="rect">
            <a:avLst/>
          </a:prstGeom>
          <a:ln w="12700">
            <a:miter lim="400000"/>
          </a:ln>
        </p:spPr>
      </p:pic>
      <p:pic>
        <p:nvPicPr>
          <p:cNvPr id="386" name="list-item-img1" descr="list-item-img1"/>
          <p:cNvPicPr>
            <a:picLocks noChangeAspect="1"/>
          </p:cNvPicPr>
          <p:nvPr/>
        </p:nvPicPr>
        <p:blipFill>
          <a:blip r:embed="rId3">
            <a:extLst/>
          </a:blip>
          <a:srcRect l="6000" r="6002"/>
          <a:stretch>
            <a:fillRect/>
          </a:stretch>
        </p:blipFill>
        <p:spPr>
          <a:xfrm>
            <a:off x="883662" y="1924571"/>
            <a:ext cx="3346451" cy="2484371"/>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pic>
        <p:nvPicPr>
          <p:cNvPr id="387" name="list-item-img2" descr="list-item-img2"/>
          <p:cNvPicPr>
            <a:picLocks noChangeAspect="1"/>
          </p:cNvPicPr>
          <p:nvPr/>
        </p:nvPicPr>
        <p:blipFill>
          <a:blip r:embed="rId4">
            <a:extLst/>
          </a:blip>
          <a:srcRect l="6000" r="6002"/>
          <a:stretch>
            <a:fillRect/>
          </a:stretch>
        </p:blipFill>
        <p:spPr>
          <a:xfrm>
            <a:off x="4430105" y="1750972"/>
            <a:ext cx="3346451" cy="2484371"/>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sp>
        <p:nvSpPr>
          <p:cNvPr id="388" name="header"/>
          <p:cNvSpPr txBox="1">
            <a:spLocks noGrp="1"/>
          </p:cNvSpPr>
          <p:nvPr>
            <p:ph type="title" idx="4294967295"/>
          </p:nvPr>
        </p:nvSpPr>
        <p:spPr>
          <a:xfrm>
            <a:off x="835413" y="342412"/>
            <a:ext cx="10800002" cy="615602"/>
          </a:xfrm>
          <a:prstGeom prst="rect">
            <a:avLst/>
          </a:prstGeom>
        </p:spPr>
        <p:txBody>
          <a:bodyPr anchor="ctr"/>
          <a:lstStyle>
            <a:lvl1pPr defTabSz="749808">
              <a:defRPr sz="2952">
                <a:solidFill>
                  <a:srgbClr val="000000"/>
                </a:solidFill>
              </a:defRPr>
            </a:lvl1pPr>
          </a:lstStyle>
          <a:p>
            <a:r>
              <a:t>Strengths and Offerings</a:t>
            </a:r>
          </a:p>
        </p:txBody>
      </p:sp>
      <p:sp>
        <p:nvSpPr>
          <p:cNvPr id="389" name="body1"/>
          <p:cNvSpPr txBox="1">
            <a:spLocks noGrp="1"/>
          </p:cNvSpPr>
          <p:nvPr>
            <p:ph type="body" sz="quarter" idx="4294967295"/>
          </p:nvPr>
        </p:nvSpPr>
        <p:spPr>
          <a:xfrm>
            <a:off x="902963" y="4590898"/>
            <a:ext cx="3276442" cy="1404788"/>
          </a:xfrm>
          <a:prstGeom prst="rect">
            <a:avLst/>
          </a:prstGeom>
        </p:spPr>
        <p:txBody>
          <a:bodyPr lIns="36000" tIns="36000" rIns="36000" bIns="36000"/>
          <a:lstStyle/>
          <a:p>
            <a:pPr marL="0" indent="0">
              <a:lnSpc>
                <a:spcPts val="2400"/>
              </a:lnSpc>
              <a:spcBef>
                <a:spcPts val="400"/>
              </a:spcBef>
              <a:buSzTx/>
              <a:buNone/>
              <a:defRPr sz="1800">
                <a:solidFill>
                  <a:srgbClr val="000000"/>
                </a:solidFill>
                <a:latin typeface="PingFang SC Medium"/>
                <a:ea typeface="PingFang SC Medium"/>
                <a:cs typeface="PingFang SC Medium"/>
                <a:sym typeface="PingFang SC Medium"/>
              </a:defRPr>
            </a:pPr>
            <a:r>
              <a:t>Course Offerings/课程设置</a:t>
            </a:r>
          </a:p>
          <a:p>
            <a:pPr marL="0" lvl="4" indent="0">
              <a:spcBef>
                <a:spcPts val="400"/>
              </a:spcBef>
              <a:buSzTx/>
              <a:buNone/>
              <a:defRPr sz="1400">
                <a:solidFill>
                  <a:srgbClr val="000000"/>
                </a:solidFill>
              </a:defRPr>
            </a:pPr>
            <a:r>
              <a:t>YBS 提供各种工商管理、商业、创业、财务为重点的课程，满足各种兴趣和职业道路的需求。</a:t>
            </a:r>
          </a:p>
        </p:txBody>
      </p:sp>
      <p:sp>
        <p:nvSpPr>
          <p:cNvPr id="390" name="body2"/>
          <p:cNvSpPr txBox="1"/>
          <p:nvPr/>
        </p:nvSpPr>
        <p:spPr>
          <a:xfrm>
            <a:off x="4485500" y="4451125"/>
            <a:ext cx="3221001" cy="14905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6000" tIns="36000" rIns="36000" bIns="36000">
            <a:normAutofit/>
          </a:bodyPr>
          <a:lstStyle/>
          <a:p>
            <a:pPr>
              <a:lnSpc>
                <a:spcPts val="2400"/>
              </a:lnSpc>
              <a:spcBef>
                <a:spcPts val="400"/>
              </a:spcBef>
              <a:defRPr>
                <a:latin typeface="PingFang SC Medium"/>
                <a:ea typeface="PingFang SC Medium"/>
                <a:cs typeface="PingFang SC Medium"/>
                <a:sym typeface="PingFang SC Medium"/>
              </a:defRPr>
            </a:pPr>
            <a:r>
              <a:t>Flexibility/灵活性</a:t>
            </a:r>
          </a:p>
          <a:p>
            <a:pPr lvl="4" indent="0">
              <a:spcBef>
                <a:spcPts val="400"/>
              </a:spcBef>
              <a:defRPr sz="1400">
                <a:latin typeface="PingFang SC Regular"/>
                <a:ea typeface="PingFang SC Regular"/>
                <a:cs typeface="PingFang SC Regular"/>
                <a:sym typeface="PingFang SC Regular"/>
              </a:defRPr>
            </a:pPr>
            <a:r>
              <a:t>为学生提供各种学习选择，包括在线、混合和面对面模式，以适应不同的学习风格和时间安排。</a:t>
            </a:r>
          </a:p>
        </p:txBody>
      </p:sp>
      <p:sp>
        <p:nvSpPr>
          <p:cNvPr id="391" name="body3"/>
          <p:cNvSpPr txBox="1"/>
          <p:nvPr/>
        </p:nvSpPr>
        <p:spPr>
          <a:xfrm>
            <a:off x="8012596" y="4489019"/>
            <a:ext cx="3491938" cy="19937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6000" tIns="36000" rIns="36000" bIns="36000">
            <a:normAutofit/>
          </a:bodyPr>
          <a:lstStyle/>
          <a:p>
            <a:pPr>
              <a:lnSpc>
                <a:spcPts val="2400"/>
              </a:lnSpc>
              <a:spcBef>
                <a:spcPts val="400"/>
              </a:spcBef>
              <a:defRPr sz="1500">
                <a:latin typeface="PingFang SC Medium"/>
                <a:ea typeface="PingFang SC Medium"/>
                <a:cs typeface="PingFang SC Medium"/>
                <a:sym typeface="PingFang SC Medium"/>
              </a:defRPr>
            </a:pPr>
            <a:r>
              <a:rPr sz="1600"/>
              <a:t>Universities and Industry Partnerships</a:t>
            </a:r>
            <a:r>
              <a:t>/大学和行业合作伙伴关系</a:t>
            </a:r>
          </a:p>
          <a:p>
            <a:pPr lvl="4" indent="0">
              <a:spcBef>
                <a:spcPts val="400"/>
              </a:spcBef>
              <a:defRPr sz="1400">
                <a:latin typeface="PingFang SC Regular"/>
                <a:ea typeface="PingFang SC Regular"/>
                <a:cs typeface="PingFang SC Regular"/>
                <a:sym typeface="PingFang SC Regular"/>
              </a:defRPr>
            </a:pPr>
            <a:r>
              <a:t>YBS 与领先的大学和组织建立了牢固的联系，为学生创造了宝贵的机会并确保其课程与行业保持相关性。</a:t>
            </a:r>
          </a:p>
        </p:txBody>
      </p:sp>
      <p:pic>
        <p:nvPicPr>
          <p:cNvPr id="392" name="Image" descr="Image"/>
          <p:cNvPicPr>
            <a:picLocks noChangeAspect="1"/>
          </p:cNvPicPr>
          <p:nvPr/>
        </p:nvPicPr>
        <p:blipFill>
          <a:blip r:embed="rId5">
            <a:extLst/>
          </a:blip>
          <a:stretch>
            <a:fillRect/>
          </a:stretch>
        </p:blipFill>
        <p:spPr>
          <a:xfrm>
            <a:off x="7886443" y="1750972"/>
            <a:ext cx="4269767" cy="2484439"/>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Rectangle 9"/>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pic>
        <p:nvPicPr>
          <p:cNvPr id="410" name="tray" descr="tray"/>
          <p:cNvPicPr>
            <a:picLocks noChangeAspect="1"/>
          </p:cNvPicPr>
          <p:nvPr/>
        </p:nvPicPr>
        <p:blipFill>
          <a:blip r:embed="rId2">
            <a:extLst/>
          </a:blip>
          <a:srcRect l="6819" t="6483" r="26690"/>
          <a:stretch>
            <a:fillRect/>
          </a:stretch>
        </p:blipFill>
        <p:spPr>
          <a:xfrm>
            <a:off x="3523487" y="9"/>
            <a:ext cx="8668514" cy="6857918"/>
          </a:xfrm>
          <a:prstGeom prst="rect">
            <a:avLst/>
          </a:prstGeom>
          <a:ln w="12700">
            <a:miter lim="400000"/>
          </a:ln>
        </p:spPr>
      </p:pic>
      <p:sp>
        <p:nvSpPr>
          <p:cNvPr id="411" name="Rectangle 11"/>
          <p:cNvSpPr/>
          <p:nvPr/>
        </p:nvSpPr>
        <p:spPr>
          <a:xfrm>
            <a:off x="3" y="0"/>
            <a:ext cx="9339206" cy="6858000"/>
          </a:xfrm>
          <a:prstGeom prst="rect">
            <a:avLst/>
          </a:prstGeom>
          <a:gradFill>
            <a:gsLst>
              <a:gs pos="0">
                <a:srgbClr val="000000">
                  <a:alpha val="0"/>
                </a:srgbClr>
              </a:gs>
              <a:gs pos="33000">
                <a:srgbClr val="000000">
                  <a:alpha val="64000"/>
                </a:srgbClr>
              </a:gs>
              <a:gs pos="58000">
                <a:srgbClr val="000000"/>
              </a:gs>
              <a:gs pos="100000">
                <a:srgbClr val="000000"/>
              </a:gs>
            </a:gsLst>
            <a:lin ang="10800000"/>
          </a:gradFill>
          <a:ln w="12700">
            <a:miter lim="400000"/>
          </a:ln>
        </p:spPr>
        <p:txBody>
          <a:bodyPr lIns="45719" rIns="45719" anchor="ctr"/>
          <a:lstStyle/>
          <a:p>
            <a:pPr algn="ctr">
              <a:defRPr>
                <a:solidFill>
                  <a:srgbClr val="FFFFFF"/>
                </a:solidFill>
              </a:defRPr>
            </a:pPr>
            <a:endParaRPr/>
          </a:p>
        </p:txBody>
      </p:sp>
      <p:sp>
        <p:nvSpPr>
          <p:cNvPr id="412" name="header"/>
          <p:cNvSpPr txBox="1">
            <a:spLocks noGrp="1"/>
          </p:cNvSpPr>
          <p:nvPr>
            <p:ph type="title" idx="4294967295"/>
          </p:nvPr>
        </p:nvSpPr>
        <p:spPr>
          <a:xfrm>
            <a:off x="251399" y="2674446"/>
            <a:ext cx="4023360" cy="3204135"/>
          </a:xfrm>
          <a:prstGeom prst="rect">
            <a:avLst/>
          </a:prstGeom>
        </p:spPr>
        <p:txBody>
          <a:bodyPr anchor="b"/>
          <a:lstStyle>
            <a:lvl1pPr>
              <a:defRPr sz="4800">
                <a:latin typeface="等线 Light"/>
                <a:ea typeface="等线 Light"/>
                <a:cs typeface="等线 Light"/>
                <a:sym typeface="等线 Light"/>
              </a:defRPr>
            </a:lvl1pPr>
          </a:lstStyle>
          <a:p>
            <a:r>
              <a:t>Opportunities for Expansion 扩张机会</a:t>
            </a:r>
          </a:p>
        </p:txBody>
      </p:sp>
      <p:sp>
        <p:nvSpPr>
          <p:cNvPr id="413" name="body1"/>
          <p:cNvSpPr txBox="1">
            <a:spLocks noGrp="1"/>
          </p:cNvSpPr>
          <p:nvPr>
            <p:ph type="body" sz="quarter" idx="4294967295"/>
          </p:nvPr>
        </p:nvSpPr>
        <p:spPr>
          <a:xfrm>
            <a:off x="4998282" y="4861592"/>
            <a:ext cx="4023360" cy="1208142"/>
          </a:xfrm>
          <a:prstGeom prst="rect">
            <a:avLst/>
          </a:prstGeom>
        </p:spPr>
        <p:txBody>
          <a:bodyPr/>
          <a:lstStyle>
            <a:lvl1pPr marL="0" indent="0">
              <a:lnSpc>
                <a:spcPct val="90000"/>
              </a:lnSpc>
              <a:buSzTx/>
              <a:buNone/>
              <a:defRPr>
                <a:latin typeface="等线"/>
                <a:ea typeface="等线"/>
                <a:cs typeface="等线"/>
                <a:sym typeface="等线"/>
              </a:defRPr>
            </a:lvl1pPr>
          </a:lstStyle>
          <a:p>
            <a:r>
              <a:rPr dirty="0"/>
              <a:t>Section </a:t>
            </a:r>
            <a:r>
              <a:rPr lang="en-US" altLang="zh-CN" dirty="0"/>
              <a:t>5</a:t>
            </a:r>
            <a:r>
              <a:rPr dirty="0"/>
              <a:t> / </a:t>
            </a:r>
            <a:r>
              <a:rPr dirty="0" err="1"/>
              <a:t>第</a:t>
            </a:r>
            <a:r>
              <a:rPr lang="zh-CN" altLang="en-US" dirty="0"/>
              <a:t>五</a:t>
            </a:r>
            <a:r>
              <a:rPr dirty="0" err="1"/>
              <a:t>部分</a:t>
            </a:r>
            <a:endParaRPr dirty="0"/>
          </a:p>
        </p:txBody>
      </p:sp>
      <p:sp>
        <p:nvSpPr>
          <p:cNvPr id="414" name="Rectangle 15"/>
          <p:cNvSpPr/>
          <p:nvPr/>
        </p:nvSpPr>
        <p:spPr>
          <a:xfrm>
            <a:off x="481028" y="4546920"/>
            <a:ext cx="3977642" cy="18289"/>
          </a:xfrm>
          <a:prstGeom prst="rect">
            <a:avLst/>
          </a:prstGeom>
          <a:solidFill>
            <a:srgbClr val="000000"/>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415" name="Image" descr="Image"/>
          <p:cNvPicPr>
            <a:picLocks noChangeAspect="1"/>
          </p:cNvPicPr>
          <p:nvPr/>
        </p:nvPicPr>
        <p:blipFill>
          <a:blip r:embed="rId3">
            <a:extLst/>
          </a:blip>
          <a:stretch>
            <a:fillRect/>
          </a:stretch>
        </p:blipFill>
        <p:spPr>
          <a:xfrm>
            <a:off x="-216209" y="29052"/>
            <a:ext cx="12192001" cy="3635176"/>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1000"/>
                                  </p:stCondLst>
                                  <p:iterate>
                                    <p:tmAbs val="0"/>
                                  </p:iterate>
                                  <p:childTnLst>
                                    <p:set>
                                      <p:cBhvr>
                                        <p:cTn id="6" fill="hold"/>
                                        <p:tgtEl>
                                          <p:spTgt spid="412"/>
                                        </p:tgtEl>
                                        <p:attrNameLst>
                                          <p:attrName>style.visibility</p:attrName>
                                        </p:attrNameLst>
                                      </p:cBhvr>
                                      <p:to>
                                        <p:strVal val="visible"/>
                                      </p:to>
                                    </p:set>
                                    <p:animEffect transition="in" filter="fade">
                                      <p:cBhvr>
                                        <p:cTn id="7" dur="400"/>
                                        <p:tgtEl>
                                          <p:spTgt spid="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 grpId="1"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7" name="background" descr="background"/>
          <p:cNvPicPr>
            <a:picLocks noChangeAspect="1"/>
          </p:cNvPicPr>
          <p:nvPr/>
        </p:nvPicPr>
        <p:blipFill>
          <a:blip r:embed="rId2">
            <a:extLst/>
          </a:blip>
          <a:stretch>
            <a:fillRect/>
          </a:stretch>
        </p:blipFill>
        <p:spPr>
          <a:xfrm>
            <a:off x="-18858" y="-16200"/>
            <a:ext cx="12229715" cy="6890401"/>
          </a:xfrm>
          <a:prstGeom prst="rect">
            <a:avLst/>
          </a:prstGeom>
          <a:ln w="12700">
            <a:miter lim="400000"/>
          </a:ln>
        </p:spPr>
      </p:pic>
      <p:pic>
        <p:nvPicPr>
          <p:cNvPr id="418" name="shape3" descr="shape3"/>
          <p:cNvPicPr>
            <a:picLocks noChangeAspect="1"/>
          </p:cNvPicPr>
          <p:nvPr/>
        </p:nvPicPr>
        <p:blipFill>
          <a:blip r:embed="rId3">
            <a:extLst/>
          </a:blip>
          <a:stretch>
            <a:fillRect/>
          </a:stretch>
        </p:blipFill>
        <p:spPr>
          <a:xfrm>
            <a:off x="8115110" y="1965229"/>
            <a:ext cx="3128318" cy="3873154"/>
          </a:xfrm>
          <a:prstGeom prst="rect">
            <a:avLst/>
          </a:prstGeom>
          <a:ln w="12700">
            <a:miter lim="400000"/>
          </a:ln>
        </p:spPr>
      </p:pic>
      <p:pic>
        <p:nvPicPr>
          <p:cNvPr id="419" name="shape2" descr="shape2"/>
          <p:cNvPicPr>
            <a:picLocks noChangeAspect="1"/>
          </p:cNvPicPr>
          <p:nvPr/>
        </p:nvPicPr>
        <p:blipFill>
          <a:blip r:embed="rId4">
            <a:extLst/>
          </a:blip>
          <a:stretch>
            <a:fillRect/>
          </a:stretch>
        </p:blipFill>
        <p:spPr>
          <a:xfrm>
            <a:off x="4488291" y="1989662"/>
            <a:ext cx="3114394" cy="3870746"/>
          </a:xfrm>
          <a:prstGeom prst="rect">
            <a:avLst/>
          </a:prstGeom>
          <a:ln w="12700">
            <a:miter lim="400000"/>
          </a:ln>
        </p:spPr>
      </p:pic>
      <p:pic>
        <p:nvPicPr>
          <p:cNvPr id="420" name="shape1" descr="shape1"/>
          <p:cNvPicPr>
            <a:picLocks noChangeAspect="1"/>
          </p:cNvPicPr>
          <p:nvPr/>
        </p:nvPicPr>
        <p:blipFill>
          <a:blip r:embed="rId5">
            <a:extLst/>
          </a:blip>
          <a:stretch>
            <a:fillRect/>
          </a:stretch>
        </p:blipFill>
        <p:spPr>
          <a:xfrm>
            <a:off x="918296" y="1981688"/>
            <a:ext cx="3119718" cy="3862508"/>
          </a:xfrm>
          <a:prstGeom prst="rect">
            <a:avLst/>
          </a:prstGeom>
          <a:ln w="12700">
            <a:miter lim="400000"/>
          </a:ln>
        </p:spPr>
      </p:pic>
      <p:sp>
        <p:nvSpPr>
          <p:cNvPr id="421" name="body1"/>
          <p:cNvSpPr txBox="1">
            <a:spLocks noGrp="1"/>
          </p:cNvSpPr>
          <p:nvPr>
            <p:ph type="body" sz="quarter" idx="4294967295"/>
          </p:nvPr>
        </p:nvSpPr>
        <p:spPr>
          <a:xfrm>
            <a:off x="784022" y="2527935"/>
            <a:ext cx="3119719" cy="3861023"/>
          </a:xfrm>
          <a:prstGeom prst="rect">
            <a:avLst/>
          </a:prstGeom>
        </p:spPr>
        <p:txBody>
          <a:bodyPr lIns="215999" tIns="215999" rIns="215999" bIns="215999"/>
          <a:lstStyle/>
          <a:p>
            <a:pPr marL="0" indent="0">
              <a:spcBef>
                <a:spcPts val="1200"/>
              </a:spcBef>
              <a:buSzTx/>
              <a:buNone/>
              <a:defRPr sz="1800">
                <a:latin typeface="PingFang SC Medium"/>
                <a:ea typeface="PingFang SC Medium"/>
                <a:cs typeface="PingFang SC Medium"/>
                <a:sym typeface="PingFang SC Medium"/>
              </a:defRPr>
            </a:pPr>
            <a:r>
              <a:t>Technological Advancements 技术进步</a:t>
            </a:r>
          </a:p>
          <a:p>
            <a:pPr marL="0" lvl="4" indent="0">
              <a:spcBef>
                <a:spcPts val="1200"/>
              </a:spcBef>
              <a:buSzTx/>
              <a:buNone/>
              <a:defRPr sz="1400"/>
            </a:pPr>
            <a:r>
              <a:t>YBS 准备利用 AI 和 AR/VR 等教育科技创新来增强学习体验并扩展其产品范围。</a:t>
            </a:r>
          </a:p>
        </p:txBody>
      </p:sp>
      <p:sp>
        <p:nvSpPr>
          <p:cNvPr id="422" name="body3"/>
          <p:cNvSpPr txBox="1"/>
          <p:nvPr/>
        </p:nvSpPr>
        <p:spPr>
          <a:xfrm>
            <a:off x="8086300" y="3355935"/>
            <a:ext cx="3092320" cy="2205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5999" tIns="215999" rIns="215999" bIns="215999">
            <a:normAutofit/>
          </a:bodyPr>
          <a:lstStyle/>
          <a:p>
            <a:pPr defTabSz="859536">
              <a:spcBef>
                <a:spcPts val="1100"/>
              </a:spcBef>
              <a:defRPr sz="1692">
                <a:solidFill>
                  <a:srgbClr val="FFFFFF"/>
                </a:solidFill>
                <a:latin typeface="PingFang SC Medium"/>
                <a:ea typeface="PingFang SC Medium"/>
                <a:cs typeface="PingFang SC Medium"/>
                <a:sym typeface="PingFang SC Medium"/>
              </a:defRPr>
            </a:pPr>
            <a:r>
              <a:t>Partnerships and Collaborations 伙伴关系与合作</a:t>
            </a:r>
          </a:p>
          <a:p>
            <a:pPr lvl="4" indent="0" defTabSz="859536">
              <a:spcBef>
                <a:spcPts val="1100"/>
              </a:spcBef>
              <a:defRPr sz="1316">
                <a:solidFill>
                  <a:srgbClr val="FFFFFF"/>
                </a:solidFill>
                <a:latin typeface="PingFang SC Regular"/>
                <a:ea typeface="PingFang SC Regular"/>
                <a:cs typeface="PingFang SC Regular"/>
                <a:sym typeface="PingFang SC Regular"/>
              </a:defRPr>
            </a:pPr>
            <a:r>
              <a:t>该机构现有的行业联系和学术伙伴关系的潜力为扩展和加强教育交付提供了重要机会。</a:t>
            </a:r>
          </a:p>
        </p:txBody>
      </p:sp>
      <p:sp>
        <p:nvSpPr>
          <p:cNvPr id="423" name="body2"/>
          <p:cNvSpPr txBox="1"/>
          <p:nvPr/>
        </p:nvSpPr>
        <p:spPr>
          <a:xfrm>
            <a:off x="4447106" y="3364183"/>
            <a:ext cx="3230102" cy="2205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5999" tIns="215999" rIns="215999" bIns="215999">
            <a:normAutofit/>
          </a:bodyPr>
          <a:lstStyle/>
          <a:p>
            <a:pPr>
              <a:spcBef>
                <a:spcPts val="1200"/>
              </a:spcBef>
              <a:defRPr>
                <a:solidFill>
                  <a:srgbClr val="FFFFFF"/>
                </a:solidFill>
                <a:latin typeface="PingFang SC Medium"/>
                <a:ea typeface="PingFang SC Medium"/>
                <a:cs typeface="PingFang SC Medium"/>
                <a:sym typeface="PingFang SC Medium"/>
              </a:defRPr>
            </a:pPr>
            <a:r>
              <a:t>Market Demand 市场需求</a:t>
            </a:r>
          </a:p>
          <a:p>
            <a:pPr lvl="4" indent="0">
              <a:spcBef>
                <a:spcPts val="1200"/>
              </a:spcBef>
              <a:defRPr sz="1400">
                <a:solidFill>
                  <a:srgbClr val="FFFFFF"/>
                </a:solidFill>
                <a:latin typeface="PingFang SC Regular"/>
                <a:ea typeface="PingFang SC Regular"/>
                <a:cs typeface="PingFang SC Regular"/>
                <a:sym typeface="PingFang SC Regular"/>
              </a:defRPr>
            </a:pPr>
            <a:r>
              <a:t>短期课程和国际扩张的市场需求明显，而 YBS 可以利用这些领域来扩大其市场份额。</a:t>
            </a:r>
          </a:p>
        </p:txBody>
      </p:sp>
      <p:sp>
        <p:nvSpPr>
          <p:cNvPr id="424" name="header"/>
          <p:cNvSpPr txBox="1">
            <a:spLocks noGrp="1"/>
          </p:cNvSpPr>
          <p:nvPr>
            <p:ph type="title" idx="4294967295"/>
          </p:nvPr>
        </p:nvSpPr>
        <p:spPr>
          <a:xfrm>
            <a:off x="835413" y="342412"/>
            <a:ext cx="10800002" cy="615602"/>
          </a:xfrm>
          <a:prstGeom prst="rect">
            <a:avLst/>
          </a:prstGeom>
        </p:spPr>
        <p:txBody>
          <a:bodyPr anchor="ctr"/>
          <a:lstStyle>
            <a:lvl1pPr defTabSz="749808">
              <a:defRPr sz="2952"/>
            </a:lvl1pPr>
          </a:lstStyle>
          <a:p>
            <a:r>
              <a:t>Expansion Potential</a:t>
            </a:r>
          </a:p>
        </p:txBody>
      </p:sp>
      <p:sp>
        <p:nvSpPr>
          <p:cNvPr id="425" name="number1"/>
          <p:cNvSpPr txBox="1"/>
          <p:nvPr/>
        </p:nvSpPr>
        <p:spPr>
          <a:xfrm>
            <a:off x="1052570" y="2061791"/>
            <a:ext cx="2851171" cy="6153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557784">
              <a:spcBef>
                <a:spcPts val="600"/>
              </a:spcBef>
              <a:defRPr sz="2928">
                <a:solidFill>
                  <a:srgbClr val="B4C7E7"/>
                </a:solidFill>
                <a:latin typeface="PingFang SC Medium"/>
                <a:ea typeface="PingFang SC Medium"/>
                <a:cs typeface="PingFang SC Medium"/>
                <a:sym typeface="PingFang SC Medium"/>
              </a:defRPr>
            </a:lvl1pPr>
          </a:lstStyle>
          <a:p>
            <a:r>
              <a:t>01</a:t>
            </a:r>
          </a:p>
        </p:txBody>
      </p:sp>
      <p:sp>
        <p:nvSpPr>
          <p:cNvPr id="426" name="number2"/>
          <p:cNvSpPr txBox="1"/>
          <p:nvPr/>
        </p:nvSpPr>
        <p:spPr>
          <a:xfrm>
            <a:off x="4583840" y="2177629"/>
            <a:ext cx="2851171" cy="6153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557784">
              <a:spcBef>
                <a:spcPts val="600"/>
              </a:spcBef>
              <a:defRPr sz="2928">
                <a:solidFill>
                  <a:srgbClr val="FFFFFF"/>
                </a:solidFill>
                <a:latin typeface="PingFang SC Medium"/>
                <a:ea typeface="PingFang SC Medium"/>
                <a:cs typeface="PingFang SC Medium"/>
                <a:sym typeface="PingFang SC Medium"/>
              </a:defRPr>
            </a:lvl1pPr>
          </a:lstStyle>
          <a:p>
            <a:r>
              <a:t>02</a:t>
            </a:r>
          </a:p>
        </p:txBody>
      </p:sp>
      <p:sp>
        <p:nvSpPr>
          <p:cNvPr id="427" name="number3"/>
          <p:cNvSpPr txBox="1"/>
          <p:nvPr/>
        </p:nvSpPr>
        <p:spPr>
          <a:xfrm>
            <a:off x="8184575" y="2392882"/>
            <a:ext cx="2851171" cy="6153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557784">
              <a:spcBef>
                <a:spcPts val="600"/>
              </a:spcBef>
              <a:defRPr sz="2928">
                <a:solidFill>
                  <a:srgbClr val="B4C7E7"/>
                </a:solidFill>
                <a:latin typeface="PingFang SC Medium"/>
                <a:ea typeface="PingFang SC Medium"/>
                <a:cs typeface="PingFang SC Medium"/>
                <a:sym typeface="PingFang SC Medium"/>
              </a:defRPr>
            </a:lvl1pPr>
          </a:lstStyle>
          <a:p>
            <a:r>
              <a:t>03</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Rectangle 9"/>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pic>
        <p:nvPicPr>
          <p:cNvPr id="430" name="tray" descr="tray"/>
          <p:cNvPicPr>
            <a:picLocks noChangeAspect="1"/>
          </p:cNvPicPr>
          <p:nvPr/>
        </p:nvPicPr>
        <p:blipFill>
          <a:blip r:embed="rId2">
            <a:extLst/>
          </a:blip>
          <a:srcRect l="6819" t="6483" r="26690"/>
          <a:stretch>
            <a:fillRect/>
          </a:stretch>
        </p:blipFill>
        <p:spPr>
          <a:xfrm>
            <a:off x="3523487" y="9"/>
            <a:ext cx="8668514" cy="6857918"/>
          </a:xfrm>
          <a:prstGeom prst="rect">
            <a:avLst/>
          </a:prstGeom>
          <a:ln w="12700">
            <a:miter lim="400000"/>
          </a:ln>
        </p:spPr>
      </p:pic>
      <p:sp>
        <p:nvSpPr>
          <p:cNvPr id="431" name="Rectangle 11"/>
          <p:cNvSpPr/>
          <p:nvPr/>
        </p:nvSpPr>
        <p:spPr>
          <a:xfrm>
            <a:off x="3" y="0"/>
            <a:ext cx="9339206" cy="6858000"/>
          </a:xfrm>
          <a:prstGeom prst="rect">
            <a:avLst/>
          </a:prstGeom>
          <a:gradFill>
            <a:gsLst>
              <a:gs pos="0">
                <a:srgbClr val="000000">
                  <a:alpha val="0"/>
                </a:srgbClr>
              </a:gs>
              <a:gs pos="33000">
                <a:srgbClr val="000000">
                  <a:alpha val="64000"/>
                </a:srgbClr>
              </a:gs>
              <a:gs pos="58000">
                <a:srgbClr val="000000"/>
              </a:gs>
              <a:gs pos="100000">
                <a:srgbClr val="000000"/>
              </a:gs>
            </a:gsLst>
            <a:lin ang="10800000"/>
          </a:gradFill>
          <a:ln w="12700">
            <a:miter lim="400000"/>
          </a:ln>
        </p:spPr>
        <p:txBody>
          <a:bodyPr lIns="45719" rIns="45719" anchor="ctr"/>
          <a:lstStyle/>
          <a:p>
            <a:pPr algn="ctr">
              <a:defRPr>
                <a:solidFill>
                  <a:srgbClr val="FFFFFF"/>
                </a:solidFill>
              </a:defRPr>
            </a:pPr>
            <a:endParaRPr/>
          </a:p>
        </p:txBody>
      </p:sp>
      <p:sp>
        <p:nvSpPr>
          <p:cNvPr id="432" name="header"/>
          <p:cNvSpPr txBox="1">
            <a:spLocks noGrp="1"/>
          </p:cNvSpPr>
          <p:nvPr>
            <p:ph type="title" idx="4294967295"/>
          </p:nvPr>
        </p:nvSpPr>
        <p:spPr>
          <a:xfrm>
            <a:off x="138108" y="2765079"/>
            <a:ext cx="4023360" cy="3204135"/>
          </a:xfrm>
          <a:prstGeom prst="rect">
            <a:avLst/>
          </a:prstGeom>
        </p:spPr>
        <p:txBody>
          <a:bodyPr anchor="b"/>
          <a:lstStyle/>
          <a:p>
            <a:pPr>
              <a:defRPr sz="4800">
                <a:latin typeface="等线 Light"/>
                <a:ea typeface="等线 Light"/>
                <a:cs typeface="等线 Light"/>
                <a:sym typeface="等线 Light"/>
              </a:defRPr>
            </a:pPr>
            <a:r>
              <a:t>Challenges and Risks </a:t>
            </a:r>
          </a:p>
          <a:p>
            <a:pPr>
              <a:defRPr sz="4800">
                <a:latin typeface="等线 Light"/>
                <a:ea typeface="等线 Light"/>
                <a:cs typeface="等线 Light"/>
                <a:sym typeface="等线 Light"/>
              </a:defRPr>
            </a:pPr>
            <a:r>
              <a:t>挑战与风险</a:t>
            </a:r>
          </a:p>
        </p:txBody>
      </p:sp>
      <p:sp>
        <p:nvSpPr>
          <p:cNvPr id="433" name="body1"/>
          <p:cNvSpPr txBox="1">
            <a:spLocks noGrp="1"/>
          </p:cNvSpPr>
          <p:nvPr>
            <p:ph type="body" sz="quarter" idx="4294967295"/>
          </p:nvPr>
        </p:nvSpPr>
        <p:spPr>
          <a:xfrm>
            <a:off x="5009611" y="4804947"/>
            <a:ext cx="4023360" cy="1208142"/>
          </a:xfrm>
          <a:prstGeom prst="rect">
            <a:avLst/>
          </a:prstGeom>
        </p:spPr>
        <p:txBody>
          <a:bodyPr/>
          <a:lstStyle>
            <a:lvl1pPr marL="0" indent="0">
              <a:lnSpc>
                <a:spcPct val="90000"/>
              </a:lnSpc>
              <a:buSzTx/>
              <a:buNone/>
              <a:defRPr>
                <a:latin typeface="等线"/>
                <a:ea typeface="等线"/>
                <a:cs typeface="等线"/>
                <a:sym typeface="等线"/>
              </a:defRPr>
            </a:lvl1pPr>
          </a:lstStyle>
          <a:p>
            <a:r>
              <a:t>Section 7/ 第七部分</a:t>
            </a:r>
          </a:p>
        </p:txBody>
      </p:sp>
      <p:sp>
        <p:nvSpPr>
          <p:cNvPr id="434" name="Rectangle 15"/>
          <p:cNvSpPr/>
          <p:nvPr/>
        </p:nvSpPr>
        <p:spPr>
          <a:xfrm>
            <a:off x="481028" y="4546920"/>
            <a:ext cx="3977642" cy="18289"/>
          </a:xfrm>
          <a:prstGeom prst="rect">
            <a:avLst/>
          </a:prstGeom>
          <a:solidFill>
            <a:srgbClr val="000000"/>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435" name="Image" descr="Image"/>
          <p:cNvPicPr>
            <a:picLocks noChangeAspect="1"/>
          </p:cNvPicPr>
          <p:nvPr/>
        </p:nvPicPr>
        <p:blipFill>
          <a:blip r:embed="rId3">
            <a:extLst/>
          </a:blip>
          <a:stretch>
            <a:fillRect/>
          </a:stretch>
        </p:blipFill>
        <p:spPr>
          <a:xfrm>
            <a:off x="-1" y="-571389"/>
            <a:ext cx="12192001" cy="3635176"/>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1000"/>
                                  </p:stCondLst>
                                  <p:iterate>
                                    <p:tmAbs val="0"/>
                                  </p:iterate>
                                  <p:childTnLst>
                                    <p:set>
                                      <p:cBhvr>
                                        <p:cTn id="6" fill="hold"/>
                                        <p:tgtEl>
                                          <p:spTgt spid="432"/>
                                        </p:tgtEl>
                                        <p:attrNameLst>
                                          <p:attrName>style.visibility</p:attrName>
                                        </p:attrNameLst>
                                      </p:cBhvr>
                                      <p:to>
                                        <p:strVal val="visible"/>
                                      </p:to>
                                    </p:set>
                                    <p:animEffect transition="in" filter="fade">
                                      <p:cBhvr>
                                        <p:cTn id="7" dur="400"/>
                                        <p:tgtEl>
                                          <p:spTgt spid="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 grpId="1"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7" name="tray" descr="tray"/>
          <p:cNvPicPr>
            <a:picLocks noChangeAspect="1"/>
          </p:cNvPicPr>
          <p:nvPr/>
        </p:nvPicPr>
        <p:blipFill>
          <a:blip r:embed="rId2">
            <a:extLst/>
          </a:blip>
          <a:stretch>
            <a:fillRect/>
          </a:stretch>
        </p:blipFill>
        <p:spPr>
          <a:xfrm>
            <a:off x="4" y="-3991"/>
            <a:ext cx="12191993" cy="1308409"/>
          </a:xfrm>
          <a:prstGeom prst="rect">
            <a:avLst/>
          </a:prstGeom>
          <a:ln w="12700">
            <a:miter lim="400000"/>
          </a:ln>
        </p:spPr>
      </p:pic>
      <p:pic>
        <p:nvPicPr>
          <p:cNvPr id="438" name="list-item-img1" descr="list-item-img1"/>
          <p:cNvPicPr>
            <a:picLocks noChangeAspect="1"/>
          </p:cNvPicPr>
          <p:nvPr/>
        </p:nvPicPr>
        <p:blipFill>
          <a:blip r:embed="rId3">
            <a:extLst/>
          </a:blip>
          <a:srcRect t="1000" b="999"/>
          <a:stretch>
            <a:fillRect/>
          </a:stretch>
        </p:blipFill>
        <p:spPr>
          <a:xfrm>
            <a:off x="1014152" y="1654035"/>
            <a:ext cx="4951264" cy="3278982"/>
          </a:xfrm>
          <a:custGeom>
            <a:avLst/>
            <a:gdLst/>
            <a:ahLst/>
            <a:cxnLst>
              <a:cxn ang="0">
                <a:pos x="wd2" y="hd2"/>
              </a:cxn>
              <a:cxn ang="5400000">
                <a:pos x="wd2" y="hd2"/>
              </a:cxn>
              <a:cxn ang="10800000">
                <a:pos x="wd2" y="hd2"/>
              </a:cxn>
              <a:cxn ang="16200000">
                <a:pos x="wd2" y="hd2"/>
              </a:cxn>
            </a:cxnLst>
            <a:rect l="0" t="0" r="r" b="b"/>
            <a:pathLst>
              <a:path w="21600" h="21600" extrusionOk="0">
                <a:moveTo>
                  <a:pt x="635" y="0"/>
                </a:moveTo>
                <a:cubicBezTo>
                  <a:pt x="284" y="0"/>
                  <a:pt x="0" y="429"/>
                  <a:pt x="0" y="959"/>
                </a:cubicBezTo>
                <a:lnTo>
                  <a:pt x="0" y="20641"/>
                </a:lnTo>
                <a:cubicBezTo>
                  <a:pt x="0" y="21171"/>
                  <a:pt x="284" y="21600"/>
                  <a:pt x="635" y="21600"/>
                </a:cubicBezTo>
                <a:lnTo>
                  <a:pt x="20965" y="21600"/>
                </a:lnTo>
                <a:cubicBezTo>
                  <a:pt x="21316" y="21600"/>
                  <a:pt x="21600" y="21171"/>
                  <a:pt x="21600" y="20641"/>
                </a:cubicBezTo>
                <a:lnTo>
                  <a:pt x="21600" y="959"/>
                </a:lnTo>
                <a:cubicBezTo>
                  <a:pt x="21600" y="429"/>
                  <a:pt x="21316" y="0"/>
                  <a:pt x="20965" y="0"/>
                </a:cubicBezTo>
                <a:lnTo>
                  <a:pt x="635" y="0"/>
                </a:lnTo>
                <a:close/>
              </a:path>
            </a:pathLst>
          </a:custGeom>
          <a:ln w="12700">
            <a:miter lim="400000"/>
          </a:ln>
        </p:spPr>
      </p:pic>
      <p:pic>
        <p:nvPicPr>
          <p:cNvPr id="439" name="list-item-img2" descr="list-item-img2"/>
          <p:cNvPicPr>
            <a:picLocks noChangeAspect="1"/>
          </p:cNvPicPr>
          <p:nvPr/>
        </p:nvPicPr>
        <p:blipFill>
          <a:blip r:embed="rId4">
            <a:extLst/>
          </a:blip>
          <a:srcRect t="4000" b="3999"/>
          <a:stretch>
            <a:fillRect/>
          </a:stretch>
        </p:blipFill>
        <p:spPr>
          <a:xfrm>
            <a:off x="6384052" y="1650821"/>
            <a:ext cx="4951264" cy="3278983"/>
          </a:xfrm>
          <a:custGeom>
            <a:avLst/>
            <a:gdLst/>
            <a:ahLst/>
            <a:cxnLst>
              <a:cxn ang="0">
                <a:pos x="wd2" y="hd2"/>
              </a:cxn>
              <a:cxn ang="5400000">
                <a:pos x="wd2" y="hd2"/>
              </a:cxn>
              <a:cxn ang="10800000">
                <a:pos x="wd2" y="hd2"/>
              </a:cxn>
              <a:cxn ang="16200000">
                <a:pos x="wd2" y="hd2"/>
              </a:cxn>
            </a:cxnLst>
            <a:rect l="0" t="0" r="r" b="b"/>
            <a:pathLst>
              <a:path w="21600" h="21600" extrusionOk="0">
                <a:moveTo>
                  <a:pt x="635" y="0"/>
                </a:moveTo>
                <a:cubicBezTo>
                  <a:pt x="284" y="0"/>
                  <a:pt x="0" y="429"/>
                  <a:pt x="0" y="959"/>
                </a:cubicBezTo>
                <a:lnTo>
                  <a:pt x="0" y="20641"/>
                </a:lnTo>
                <a:cubicBezTo>
                  <a:pt x="0" y="21171"/>
                  <a:pt x="284" y="21600"/>
                  <a:pt x="635" y="21600"/>
                </a:cubicBezTo>
                <a:lnTo>
                  <a:pt x="20965" y="21600"/>
                </a:lnTo>
                <a:cubicBezTo>
                  <a:pt x="21316" y="21600"/>
                  <a:pt x="21600" y="21171"/>
                  <a:pt x="21600" y="20641"/>
                </a:cubicBezTo>
                <a:lnTo>
                  <a:pt x="21600" y="959"/>
                </a:lnTo>
                <a:cubicBezTo>
                  <a:pt x="21600" y="429"/>
                  <a:pt x="21316" y="0"/>
                  <a:pt x="20965" y="0"/>
                </a:cubicBezTo>
                <a:lnTo>
                  <a:pt x="635" y="0"/>
                </a:lnTo>
                <a:close/>
              </a:path>
            </a:pathLst>
          </a:custGeom>
          <a:ln w="12700">
            <a:miter lim="400000"/>
          </a:ln>
        </p:spPr>
      </p:pic>
      <p:sp>
        <p:nvSpPr>
          <p:cNvPr id="440" name="header"/>
          <p:cNvSpPr txBox="1">
            <a:spLocks noGrp="1"/>
          </p:cNvSpPr>
          <p:nvPr>
            <p:ph type="title" idx="4294967295"/>
          </p:nvPr>
        </p:nvSpPr>
        <p:spPr>
          <a:xfrm>
            <a:off x="835413" y="342412"/>
            <a:ext cx="10800002" cy="615602"/>
          </a:xfrm>
          <a:prstGeom prst="rect">
            <a:avLst/>
          </a:prstGeom>
        </p:spPr>
        <p:txBody>
          <a:bodyPr anchor="ctr"/>
          <a:lstStyle>
            <a:lvl1pPr defTabSz="749808">
              <a:defRPr sz="2952">
                <a:solidFill>
                  <a:srgbClr val="000000"/>
                </a:solidFill>
              </a:defRPr>
            </a:lvl1pPr>
          </a:lstStyle>
          <a:p>
            <a:r>
              <a:t>Navigating the Future 驾驭未来</a:t>
            </a:r>
          </a:p>
        </p:txBody>
      </p:sp>
      <p:sp>
        <p:nvSpPr>
          <p:cNvPr id="441" name="body1"/>
          <p:cNvSpPr txBox="1">
            <a:spLocks noGrp="1"/>
          </p:cNvSpPr>
          <p:nvPr>
            <p:ph type="body" sz="quarter" idx="4294967295"/>
          </p:nvPr>
        </p:nvSpPr>
        <p:spPr>
          <a:xfrm>
            <a:off x="1014152" y="5059614"/>
            <a:ext cx="4951264" cy="1441427"/>
          </a:xfrm>
          <a:prstGeom prst="rect">
            <a:avLst/>
          </a:prstGeom>
        </p:spPr>
        <p:txBody>
          <a:bodyPr lIns="36000" tIns="36000" rIns="36000" bIns="36000"/>
          <a:lstStyle/>
          <a:p>
            <a:pPr marL="0" indent="0">
              <a:lnSpc>
                <a:spcPts val="2400"/>
              </a:lnSpc>
              <a:spcBef>
                <a:spcPts val="400"/>
              </a:spcBef>
              <a:buSzTx/>
              <a:buNone/>
              <a:defRPr sz="1800">
                <a:solidFill>
                  <a:srgbClr val="000000"/>
                </a:solidFill>
                <a:latin typeface="PingFang SC Medium"/>
                <a:ea typeface="PingFang SC Medium"/>
                <a:cs typeface="PingFang SC Medium"/>
                <a:sym typeface="PingFang SC Medium"/>
              </a:defRPr>
            </a:pPr>
            <a:r>
              <a:t>Challenges 挑战</a:t>
            </a:r>
          </a:p>
          <a:p>
            <a:pPr marL="0" lvl="4" indent="0">
              <a:spcBef>
                <a:spcPts val="400"/>
              </a:spcBef>
              <a:buSzTx/>
              <a:buNone/>
              <a:defRPr sz="1400">
                <a:solidFill>
                  <a:srgbClr val="000000"/>
                </a:solidFill>
              </a:defRPr>
            </a:pPr>
            <a:r>
              <a:t>YBS 必须把握质量保证、竞争和监管合规性，以保持其高标准和市场地位。</a:t>
            </a:r>
          </a:p>
        </p:txBody>
      </p:sp>
      <p:sp>
        <p:nvSpPr>
          <p:cNvPr id="442" name="body2"/>
          <p:cNvSpPr txBox="1"/>
          <p:nvPr/>
        </p:nvSpPr>
        <p:spPr>
          <a:xfrm>
            <a:off x="6384078" y="5182160"/>
            <a:ext cx="4895798" cy="12974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6000" tIns="36000" rIns="36000" bIns="36000">
            <a:normAutofit/>
          </a:bodyPr>
          <a:lstStyle/>
          <a:p>
            <a:pPr>
              <a:lnSpc>
                <a:spcPts val="2400"/>
              </a:lnSpc>
              <a:spcBef>
                <a:spcPts val="400"/>
              </a:spcBef>
              <a:defRPr>
                <a:latin typeface="PingFang SC Medium"/>
                <a:ea typeface="PingFang SC Medium"/>
                <a:cs typeface="PingFang SC Medium"/>
                <a:sym typeface="PingFang SC Medium"/>
              </a:defRPr>
            </a:pPr>
            <a:r>
              <a:t>Risks风险</a:t>
            </a:r>
          </a:p>
          <a:p>
            <a:pPr lvl="4" indent="0">
              <a:spcBef>
                <a:spcPts val="400"/>
              </a:spcBef>
              <a:defRPr sz="1400">
                <a:latin typeface="PingFang SC Regular"/>
                <a:ea typeface="PingFang SC Regular"/>
                <a:cs typeface="PingFang SC Regular"/>
                <a:sym typeface="PingFang SC Regular"/>
              </a:defRPr>
            </a:pPr>
            <a:r>
              <a:t>主要风险包括在市场饱和的情况下维持教育标准以及在监管变化面前保持敏捷，这对于长期可持续发展至关重要。</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Rectangle 9"/>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pic>
        <p:nvPicPr>
          <p:cNvPr id="445" name="tray" descr="tray"/>
          <p:cNvPicPr>
            <a:picLocks noChangeAspect="1"/>
          </p:cNvPicPr>
          <p:nvPr/>
        </p:nvPicPr>
        <p:blipFill>
          <a:blip r:embed="rId2">
            <a:extLst/>
          </a:blip>
          <a:srcRect l="6819" t="6483" r="26690"/>
          <a:stretch>
            <a:fillRect/>
          </a:stretch>
        </p:blipFill>
        <p:spPr>
          <a:xfrm>
            <a:off x="3523487" y="9"/>
            <a:ext cx="8668514" cy="6857918"/>
          </a:xfrm>
          <a:prstGeom prst="rect">
            <a:avLst/>
          </a:prstGeom>
          <a:ln w="12700">
            <a:miter lim="400000"/>
          </a:ln>
        </p:spPr>
      </p:pic>
      <p:sp>
        <p:nvSpPr>
          <p:cNvPr id="446" name="Rectangle 11"/>
          <p:cNvSpPr/>
          <p:nvPr/>
        </p:nvSpPr>
        <p:spPr>
          <a:xfrm>
            <a:off x="3" y="0"/>
            <a:ext cx="9339206" cy="6858000"/>
          </a:xfrm>
          <a:prstGeom prst="rect">
            <a:avLst/>
          </a:prstGeom>
          <a:gradFill>
            <a:gsLst>
              <a:gs pos="0">
                <a:srgbClr val="000000">
                  <a:alpha val="0"/>
                </a:srgbClr>
              </a:gs>
              <a:gs pos="33000">
                <a:srgbClr val="000000">
                  <a:alpha val="64000"/>
                </a:srgbClr>
              </a:gs>
              <a:gs pos="58000">
                <a:srgbClr val="000000"/>
              </a:gs>
              <a:gs pos="100000">
                <a:srgbClr val="000000"/>
              </a:gs>
            </a:gsLst>
            <a:lin ang="10800000"/>
          </a:gradFill>
          <a:ln w="12700">
            <a:miter lim="400000"/>
          </a:ln>
        </p:spPr>
        <p:txBody>
          <a:bodyPr lIns="45719" rIns="45719" anchor="ctr"/>
          <a:lstStyle/>
          <a:p>
            <a:pPr algn="ctr">
              <a:defRPr>
                <a:solidFill>
                  <a:srgbClr val="FFFFFF"/>
                </a:solidFill>
              </a:defRPr>
            </a:pPr>
            <a:endParaRPr/>
          </a:p>
        </p:txBody>
      </p:sp>
      <p:sp>
        <p:nvSpPr>
          <p:cNvPr id="447" name="header"/>
          <p:cNvSpPr txBox="1">
            <a:spLocks noGrp="1"/>
          </p:cNvSpPr>
          <p:nvPr>
            <p:ph type="title" idx="4294967295"/>
          </p:nvPr>
        </p:nvSpPr>
        <p:spPr>
          <a:xfrm>
            <a:off x="240070" y="2855712"/>
            <a:ext cx="4023360" cy="3204135"/>
          </a:xfrm>
          <a:prstGeom prst="rect">
            <a:avLst/>
          </a:prstGeom>
        </p:spPr>
        <p:txBody>
          <a:bodyPr anchor="b"/>
          <a:lstStyle/>
          <a:p>
            <a:pPr>
              <a:defRPr sz="4800">
                <a:latin typeface="等线 Light"/>
                <a:ea typeface="等线 Light"/>
                <a:cs typeface="等线 Light"/>
                <a:sym typeface="等线 Light"/>
              </a:defRPr>
            </a:pPr>
            <a:r>
              <a:t>Strategic Approaches for Growth </a:t>
            </a:r>
          </a:p>
          <a:p>
            <a:pPr>
              <a:defRPr sz="4800">
                <a:latin typeface="等线 Light"/>
                <a:ea typeface="等线 Light"/>
                <a:cs typeface="等线 Light"/>
                <a:sym typeface="等线 Light"/>
              </a:defRPr>
            </a:pPr>
            <a:r>
              <a:t>增长策略</a:t>
            </a:r>
          </a:p>
        </p:txBody>
      </p:sp>
      <p:sp>
        <p:nvSpPr>
          <p:cNvPr id="448" name="body1"/>
          <p:cNvSpPr txBox="1">
            <a:spLocks noGrp="1"/>
          </p:cNvSpPr>
          <p:nvPr>
            <p:ph type="body" sz="quarter" idx="4294967295"/>
          </p:nvPr>
        </p:nvSpPr>
        <p:spPr>
          <a:xfrm>
            <a:off x="4454486" y="4770960"/>
            <a:ext cx="4023360" cy="1208142"/>
          </a:xfrm>
          <a:prstGeom prst="rect">
            <a:avLst/>
          </a:prstGeom>
        </p:spPr>
        <p:txBody>
          <a:bodyPr/>
          <a:lstStyle>
            <a:lvl1pPr marL="0" indent="0">
              <a:lnSpc>
                <a:spcPct val="90000"/>
              </a:lnSpc>
              <a:buSzTx/>
              <a:buNone/>
              <a:defRPr>
                <a:latin typeface="等线"/>
                <a:ea typeface="等线"/>
                <a:cs typeface="等线"/>
                <a:sym typeface="等线"/>
              </a:defRPr>
            </a:lvl1pPr>
          </a:lstStyle>
          <a:p>
            <a:r>
              <a:t>Section 8  第八部分</a:t>
            </a:r>
          </a:p>
        </p:txBody>
      </p:sp>
      <p:sp>
        <p:nvSpPr>
          <p:cNvPr id="449" name="Rectangle 15"/>
          <p:cNvSpPr/>
          <p:nvPr/>
        </p:nvSpPr>
        <p:spPr>
          <a:xfrm>
            <a:off x="481028" y="4546920"/>
            <a:ext cx="3977642" cy="18289"/>
          </a:xfrm>
          <a:prstGeom prst="rect">
            <a:avLst/>
          </a:prstGeom>
          <a:solidFill>
            <a:srgbClr val="000000"/>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450" name="Image" descr="Image"/>
          <p:cNvPicPr>
            <a:picLocks noChangeAspect="1"/>
          </p:cNvPicPr>
          <p:nvPr/>
        </p:nvPicPr>
        <p:blipFill>
          <a:blip r:embed="rId3">
            <a:extLst/>
          </a:blip>
          <a:stretch>
            <a:fillRect/>
          </a:stretch>
        </p:blipFill>
        <p:spPr>
          <a:xfrm>
            <a:off x="0" y="-367466"/>
            <a:ext cx="12192001" cy="3635176"/>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1000"/>
                                  </p:stCondLst>
                                  <p:iterate>
                                    <p:tmAbs val="0"/>
                                  </p:iterate>
                                  <p:childTnLst>
                                    <p:set>
                                      <p:cBhvr>
                                        <p:cTn id="6" fill="hold"/>
                                        <p:tgtEl>
                                          <p:spTgt spid="447"/>
                                        </p:tgtEl>
                                        <p:attrNameLst>
                                          <p:attrName>style.visibility</p:attrName>
                                        </p:attrNameLst>
                                      </p:cBhvr>
                                      <p:to>
                                        <p:strVal val="visible"/>
                                      </p:to>
                                    </p:set>
                                    <p:animEffect transition="in" filter="fade">
                                      <p:cBhvr>
                                        <p:cTn id="7" dur="700"/>
                                        <p:tgtEl>
                                          <p:spTgt spid="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 grpId="1"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2" name="tray" descr="tray"/>
          <p:cNvPicPr>
            <a:picLocks noChangeAspect="1"/>
          </p:cNvPicPr>
          <p:nvPr/>
        </p:nvPicPr>
        <p:blipFill>
          <a:blip r:embed="rId2">
            <a:extLst/>
          </a:blip>
          <a:srcRect l="5000" r="4999"/>
          <a:stretch>
            <a:fillRect/>
          </a:stretch>
        </p:blipFill>
        <p:spPr>
          <a:xfrm>
            <a:off x="-10049" y="-10049"/>
            <a:ext cx="4295748" cy="6891094"/>
          </a:xfrm>
          <a:prstGeom prst="rect">
            <a:avLst/>
          </a:prstGeom>
          <a:ln w="12700">
            <a:miter lim="400000"/>
          </a:ln>
        </p:spPr>
      </p:pic>
      <p:pic>
        <p:nvPicPr>
          <p:cNvPr id="453" name="shape1" descr="shape1"/>
          <p:cNvPicPr>
            <a:picLocks noChangeAspect="1"/>
          </p:cNvPicPr>
          <p:nvPr/>
        </p:nvPicPr>
        <p:blipFill>
          <a:blip r:embed="rId3">
            <a:extLst/>
          </a:blip>
          <a:stretch>
            <a:fillRect/>
          </a:stretch>
        </p:blipFill>
        <p:spPr>
          <a:xfrm>
            <a:off x="5002529" y="1513839"/>
            <a:ext cx="6552567" cy="1323341"/>
          </a:xfrm>
          <a:prstGeom prst="rect">
            <a:avLst/>
          </a:prstGeom>
          <a:ln w="12700">
            <a:miter lim="400000"/>
          </a:ln>
        </p:spPr>
      </p:pic>
      <p:pic>
        <p:nvPicPr>
          <p:cNvPr id="454" name="shape3" descr="shape3"/>
          <p:cNvPicPr>
            <a:picLocks noChangeAspect="1"/>
          </p:cNvPicPr>
          <p:nvPr/>
        </p:nvPicPr>
        <p:blipFill>
          <a:blip r:embed="rId3">
            <a:extLst/>
          </a:blip>
          <a:stretch>
            <a:fillRect/>
          </a:stretch>
        </p:blipFill>
        <p:spPr>
          <a:xfrm>
            <a:off x="5009515" y="4684395"/>
            <a:ext cx="6552566" cy="1323341"/>
          </a:xfrm>
          <a:prstGeom prst="rect">
            <a:avLst/>
          </a:prstGeom>
          <a:ln w="12700">
            <a:miter lim="400000"/>
          </a:ln>
        </p:spPr>
      </p:pic>
      <p:pic>
        <p:nvPicPr>
          <p:cNvPr id="455" name="shape2" descr="shape2"/>
          <p:cNvPicPr>
            <a:picLocks noChangeAspect="1"/>
          </p:cNvPicPr>
          <p:nvPr/>
        </p:nvPicPr>
        <p:blipFill>
          <a:blip r:embed="rId3">
            <a:extLst/>
          </a:blip>
          <a:stretch>
            <a:fillRect/>
          </a:stretch>
        </p:blipFill>
        <p:spPr>
          <a:xfrm>
            <a:off x="5001259" y="3094989"/>
            <a:ext cx="6562091" cy="1323341"/>
          </a:xfrm>
          <a:prstGeom prst="rect">
            <a:avLst/>
          </a:prstGeom>
          <a:ln w="12700">
            <a:miter lim="400000"/>
          </a:ln>
        </p:spPr>
      </p:pic>
      <p:sp>
        <p:nvSpPr>
          <p:cNvPr id="456" name="body1"/>
          <p:cNvSpPr txBox="1">
            <a:spLocks noGrp="1"/>
          </p:cNvSpPr>
          <p:nvPr>
            <p:ph type="body" sz="quarter" idx="4294967295"/>
          </p:nvPr>
        </p:nvSpPr>
        <p:spPr>
          <a:xfrm>
            <a:off x="5002529" y="1521460"/>
            <a:ext cx="6559551" cy="1315721"/>
          </a:xfrm>
          <a:prstGeom prst="rect">
            <a:avLst/>
          </a:prstGeom>
        </p:spPr>
        <p:txBody>
          <a:bodyPr lIns="72000" tIns="72000" rIns="72000" bIns="72000"/>
          <a:lstStyle/>
          <a:p>
            <a:pPr marL="0" indent="0">
              <a:lnSpc>
                <a:spcPct val="135000"/>
              </a:lnSpc>
              <a:spcBef>
                <a:spcPts val="400"/>
              </a:spcBef>
              <a:buSzTx/>
              <a:buNone/>
              <a:defRPr sz="1800">
                <a:solidFill>
                  <a:srgbClr val="000000"/>
                </a:solidFill>
                <a:latin typeface="PingFang SC Medium"/>
                <a:ea typeface="PingFang SC Medium"/>
                <a:cs typeface="PingFang SC Medium"/>
                <a:sym typeface="PingFang SC Medium"/>
              </a:defRPr>
            </a:pPr>
            <a:r>
              <a:t>Diversification 多样化</a:t>
            </a:r>
          </a:p>
          <a:p>
            <a:pPr marL="0" lvl="4" indent="0">
              <a:lnSpc>
                <a:spcPct val="135000"/>
              </a:lnSpc>
              <a:spcBef>
                <a:spcPts val="400"/>
              </a:spcBef>
              <a:buSzTx/>
              <a:buNone/>
              <a:defRPr sz="1400">
                <a:solidFill>
                  <a:srgbClr val="000000"/>
                </a:solidFill>
              </a:defRPr>
            </a:pPr>
            <a:r>
              <a:t>通过多样化课程设置和授课模式，YBS 可以吸引更广泛的学生群体并降低市场风险。</a:t>
            </a:r>
          </a:p>
        </p:txBody>
      </p:sp>
      <p:sp>
        <p:nvSpPr>
          <p:cNvPr id="457" name="header"/>
          <p:cNvSpPr txBox="1">
            <a:spLocks noGrp="1"/>
          </p:cNvSpPr>
          <p:nvPr>
            <p:ph type="title" idx="4294967295"/>
          </p:nvPr>
        </p:nvSpPr>
        <p:spPr>
          <a:xfrm>
            <a:off x="5010784" y="679450"/>
            <a:ext cx="6552566" cy="417831"/>
          </a:xfrm>
          <a:prstGeom prst="rect">
            <a:avLst/>
          </a:prstGeom>
        </p:spPr>
        <p:txBody>
          <a:bodyPr/>
          <a:lstStyle>
            <a:lvl1pPr defTabSz="621791">
              <a:defRPr sz="1904">
                <a:solidFill>
                  <a:srgbClr val="000000"/>
                </a:solidFill>
              </a:defRPr>
            </a:lvl1pPr>
          </a:lstStyle>
          <a:p>
            <a:r>
              <a:t>Growth Strategies/增长策略</a:t>
            </a:r>
          </a:p>
        </p:txBody>
      </p:sp>
      <p:sp>
        <p:nvSpPr>
          <p:cNvPr id="458" name="body2"/>
          <p:cNvSpPr txBox="1"/>
          <p:nvPr/>
        </p:nvSpPr>
        <p:spPr>
          <a:xfrm>
            <a:off x="5154150" y="3261359"/>
            <a:ext cx="6396111" cy="12424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2000" tIns="72000" rIns="72000" bIns="72000">
            <a:normAutofit/>
          </a:bodyPr>
          <a:lstStyle/>
          <a:p>
            <a:pPr>
              <a:lnSpc>
                <a:spcPct val="135000"/>
              </a:lnSpc>
              <a:spcBef>
                <a:spcPts val="400"/>
              </a:spcBef>
              <a:defRPr>
                <a:latin typeface="PingFang SC Medium"/>
                <a:ea typeface="PingFang SC Medium"/>
                <a:cs typeface="PingFang SC Medium"/>
                <a:sym typeface="PingFang SC Medium"/>
              </a:defRPr>
            </a:pPr>
            <a:r>
              <a:t>Marketing and Outreach 营销和推广</a:t>
            </a:r>
          </a:p>
          <a:p>
            <a:pPr lvl="4" indent="0">
              <a:lnSpc>
                <a:spcPct val="135000"/>
              </a:lnSpc>
              <a:spcBef>
                <a:spcPts val="400"/>
              </a:spcBef>
              <a:defRPr sz="1400">
                <a:latin typeface="PingFang SC Regular"/>
                <a:ea typeface="PingFang SC Regular"/>
                <a:cs typeface="PingFang SC Regular"/>
                <a:sym typeface="PingFang SC Regular"/>
              </a:defRPr>
            </a:pPr>
            <a:r>
              <a:t>有针对性的营销活动和品牌建设举措对于提高知名度和吸引新学生至关重要。</a:t>
            </a:r>
          </a:p>
        </p:txBody>
      </p:sp>
      <p:sp>
        <p:nvSpPr>
          <p:cNvPr id="459" name="body3"/>
          <p:cNvSpPr txBox="1"/>
          <p:nvPr/>
        </p:nvSpPr>
        <p:spPr>
          <a:xfrm>
            <a:off x="5154150" y="4758934"/>
            <a:ext cx="6396111" cy="12424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2000" tIns="72000" rIns="72000" bIns="72000">
            <a:normAutofit/>
          </a:bodyPr>
          <a:lstStyle/>
          <a:p>
            <a:pPr>
              <a:lnSpc>
                <a:spcPct val="135000"/>
              </a:lnSpc>
              <a:spcBef>
                <a:spcPts val="400"/>
              </a:spcBef>
              <a:defRPr>
                <a:latin typeface="PingFang SC Medium"/>
                <a:ea typeface="PingFang SC Medium"/>
                <a:cs typeface="PingFang SC Medium"/>
                <a:sym typeface="PingFang SC Medium"/>
              </a:defRPr>
            </a:pPr>
            <a:r>
              <a:t>Student Experience 学生体验</a:t>
            </a:r>
          </a:p>
          <a:p>
            <a:pPr lvl="4" indent="0">
              <a:lnSpc>
                <a:spcPct val="135000"/>
              </a:lnSpc>
              <a:spcBef>
                <a:spcPts val="400"/>
              </a:spcBef>
              <a:defRPr sz="1400">
                <a:latin typeface="PingFang SC Regular"/>
                <a:ea typeface="PingFang SC Regular"/>
                <a:cs typeface="PingFang SC Regular"/>
                <a:sym typeface="PingFang SC Regular"/>
              </a:defRPr>
            </a:pPr>
            <a:r>
              <a:t>YBS致力于加强支持服务并培养强大的社区，这对于学生的保留和满意度至关重要。</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Rectangle 9"/>
          <p:cNvSpPr/>
          <p:nvPr/>
        </p:nvSpPr>
        <p:spPr>
          <a:xfrm>
            <a:off x="-1" y="0"/>
            <a:ext cx="12188954" cy="6858000"/>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pic>
        <p:nvPicPr>
          <p:cNvPr id="462" name="tray" descr="tray"/>
          <p:cNvPicPr>
            <a:picLocks noChangeAspect="1"/>
          </p:cNvPicPr>
          <p:nvPr/>
        </p:nvPicPr>
        <p:blipFill>
          <a:blip r:embed="rId2">
            <a:alphaModFix amt="50000"/>
            <a:extLst/>
          </a:blip>
          <a:srcRect l="25"/>
          <a:stretch>
            <a:fillRect/>
          </a:stretch>
        </p:blipFill>
        <p:spPr>
          <a:xfrm>
            <a:off x="20" y="9"/>
            <a:ext cx="12188930" cy="6857991"/>
          </a:xfrm>
          <a:prstGeom prst="rect">
            <a:avLst/>
          </a:prstGeom>
          <a:ln w="12700">
            <a:miter lim="400000"/>
          </a:ln>
        </p:spPr>
      </p:pic>
      <p:sp>
        <p:nvSpPr>
          <p:cNvPr id="463" name="header"/>
          <p:cNvSpPr txBox="1">
            <a:spLocks noGrp="1"/>
          </p:cNvSpPr>
          <p:nvPr>
            <p:ph type="title" idx="4294967295"/>
          </p:nvPr>
        </p:nvSpPr>
        <p:spPr>
          <a:xfrm>
            <a:off x="255143" y="3150268"/>
            <a:ext cx="3984866" cy="3063241"/>
          </a:xfrm>
          <a:prstGeom prst="rect">
            <a:avLst/>
          </a:prstGeom>
        </p:spPr>
        <p:txBody>
          <a:bodyPr anchor="b"/>
          <a:lstStyle/>
          <a:p>
            <a:pPr algn="ctr" defTabSz="685800">
              <a:defRPr sz="3750">
                <a:latin typeface="等线 Light"/>
                <a:ea typeface="等线 Light"/>
                <a:cs typeface="等线 Light"/>
                <a:sym typeface="等线 Light"/>
              </a:defRPr>
            </a:pPr>
            <a:r>
              <a:t>Case Studies of Successful Private Institutions </a:t>
            </a:r>
          </a:p>
          <a:p>
            <a:pPr algn="ctr" defTabSz="685800">
              <a:defRPr sz="3750">
                <a:latin typeface="等线 Light"/>
                <a:ea typeface="等线 Light"/>
                <a:cs typeface="等线 Light"/>
                <a:sym typeface="等线 Light"/>
              </a:defRPr>
            </a:pPr>
            <a:r>
              <a:t>成功私立机构案例研究</a:t>
            </a:r>
          </a:p>
        </p:txBody>
      </p:sp>
      <p:sp>
        <p:nvSpPr>
          <p:cNvPr id="464" name="body1"/>
          <p:cNvSpPr txBox="1">
            <a:spLocks noGrp="1"/>
          </p:cNvSpPr>
          <p:nvPr>
            <p:ph type="body" sz="quarter" idx="4294967295"/>
          </p:nvPr>
        </p:nvSpPr>
        <p:spPr>
          <a:xfrm>
            <a:off x="1527047" y="4599432"/>
            <a:ext cx="9144001" cy="1536193"/>
          </a:xfrm>
          <a:prstGeom prst="rect">
            <a:avLst/>
          </a:prstGeom>
        </p:spPr>
        <p:txBody>
          <a:bodyPr/>
          <a:lstStyle>
            <a:lvl1pPr marL="0" indent="0" algn="ctr">
              <a:lnSpc>
                <a:spcPct val="90000"/>
              </a:lnSpc>
              <a:buSzTx/>
              <a:buNone/>
              <a:defRPr sz="2400">
                <a:latin typeface="等线"/>
                <a:ea typeface="等线"/>
                <a:cs typeface="等线"/>
                <a:sym typeface="等线"/>
              </a:defRPr>
            </a:lvl1pPr>
          </a:lstStyle>
          <a:p>
            <a:r>
              <a:t>Section 9/ 第九部分</a:t>
            </a:r>
          </a:p>
        </p:txBody>
      </p:sp>
      <p:grpSp>
        <p:nvGrpSpPr>
          <p:cNvPr id="467" name="sketchy line"/>
          <p:cNvGrpSpPr/>
          <p:nvPr/>
        </p:nvGrpSpPr>
        <p:grpSpPr>
          <a:xfrm>
            <a:off x="3974100" y="4348246"/>
            <a:ext cx="4243996" cy="55234"/>
            <a:chOff x="0" y="0"/>
            <a:chExt cx="4243995" cy="55232"/>
          </a:xfrm>
        </p:grpSpPr>
        <p:sp>
          <p:nvSpPr>
            <p:cNvPr id="465" name="Shape"/>
            <p:cNvSpPr/>
            <p:nvPr/>
          </p:nvSpPr>
          <p:spPr>
            <a:xfrm>
              <a:off x="-1" y="6522"/>
              <a:ext cx="4243696" cy="48711"/>
            </a:xfrm>
            <a:custGeom>
              <a:avLst/>
              <a:gdLst/>
              <a:ahLst/>
              <a:cxnLst>
                <a:cxn ang="0">
                  <a:pos x="wd2" y="hd2"/>
                </a:cxn>
                <a:cxn ang="5400000">
                  <a:pos x="wd2" y="hd2"/>
                </a:cxn>
                <a:cxn ang="10800000">
                  <a:pos x="wd2" y="hd2"/>
                </a:cxn>
                <a:cxn ang="16200000">
                  <a:pos x="wd2" y="hd2"/>
                </a:cxn>
              </a:cxnLst>
              <a:rect l="0" t="0" r="r" b="b"/>
              <a:pathLst>
                <a:path w="21598" h="14183" extrusionOk="0">
                  <a:moveTo>
                    <a:pt x="0" y="4034"/>
                  </a:moveTo>
                  <a:cubicBezTo>
                    <a:pt x="732" y="8876"/>
                    <a:pt x="1358" y="8357"/>
                    <a:pt x="2654" y="4034"/>
                  </a:cubicBezTo>
                  <a:cubicBezTo>
                    <a:pt x="3950" y="-289"/>
                    <a:pt x="4146" y="-1022"/>
                    <a:pt x="5091" y="4034"/>
                  </a:cubicBezTo>
                  <a:cubicBezTo>
                    <a:pt x="6037" y="9089"/>
                    <a:pt x="6884" y="-2811"/>
                    <a:pt x="7745" y="4034"/>
                  </a:cubicBezTo>
                  <a:cubicBezTo>
                    <a:pt x="8605" y="10878"/>
                    <a:pt x="9617" y="5743"/>
                    <a:pt x="10830" y="4034"/>
                  </a:cubicBezTo>
                  <a:cubicBezTo>
                    <a:pt x="12043" y="2324"/>
                    <a:pt x="13338" y="-4118"/>
                    <a:pt x="14131" y="4034"/>
                  </a:cubicBezTo>
                  <a:cubicBezTo>
                    <a:pt x="14925" y="12186"/>
                    <a:pt x="15939" y="-3267"/>
                    <a:pt x="17649" y="4034"/>
                  </a:cubicBezTo>
                  <a:cubicBezTo>
                    <a:pt x="19358" y="11334"/>
                    <a:pt x="20447" y="4928"/>
                    <a:pt x="21598" y="4034"/>
                  </a:cubicBezTo>
                  <a:cubicBezTo>
                    <a:pt x="21596" y="5828"/>
                    <a:pt x="21598" y="7462"/>
                    <a:pt x="21598" y="9359"/>
                  </a:cubicBezTo>
                  <a:cubicBezTo>
                    <a:pt x="20449" y="2351"/>
                    <a:pt x="19516" y="7928"/>
                    <a:pt x="18297" y="9359"/>
                  </a:cubicBezTo>
                  <a:cubicBezTo>
                    <a:pt x="17077" y="10789"/>
                    <a:pt x="16308" y="4869"/>
                    <a:pt x="14779" y="9359"/>
                  </a:cubicBezTo>
                  <a:cubicBezTo>
                    <a:pt x="13251" y="13848"/>
                    <a:pt x="12857" y="17482"/>
                    <a:pt x="11262" y="9359"/>
                  </a:cubicBezTo>
                  <a:cubicBezTo>
                    <a:pt x="9667" y="1235"/>
                    <a:pt x="10008" y="12679"/>
                    <a:pt x="8825" y="9359"/>
                  </a:cubicBezTo>
                  <a:cubicBezTo>
                    <a:pt x="7641" y="6038"/>
                    <a:pt x="6839" y="7671"/>
                    <a:pt x="5523" y="9359"/>
                  </a:cubicBezTo>
                  <a:cubicBezTo>
                    <a:pt x="4208" y="11046"/>
                    <a:pt x="3961" y="14401"/>
                    <a:pt x="2654" y="9359"/>
                  </a:cubicBezTo>
                  <a:cubicBezTo>
                    <a:pt x="1347" y="4316"/>
                    <a:pt x="612" y="5277"/>
                    <a:pt x="0" y="9359"/>
                  </a:cubicBezTo>
                  <a:cubicBezTo>
                    <a:pt x="4" y="7178"/>
                    <a:pt x="-2" y="6416"/>
                    <a:pt x="0" y="4034"/>
                  </a:cubicBezTo>
                  <a:close/>
                </a:path>
              </a:pathLst>
            </a:custGeom>
            <a:solidFill>
              <a:srgbClr val="FFFFFF">
                <a:alpha val="7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66" name="Shape"/>
            <p:cNvSpPr/>
            <p:nvPr/>
          </p:nvSpPr>
          <p:spPr>
            <a:xfrm>
              <a:off x="60" y="-1"/>
              <a:ext cx="4243936" cy="46249"/>
            </a:xfrm>
            <a:custGeom>
              <a:avLst/>
              <a:gdLst/>
              <a:ahLst/>
              <a:cxnLst>
                <a:cxn ang="0">
                  <a:pos x="wd2" y="hd2"/>
                </a:cxn>
                <a:cxn ang="5400000">
                  <a:pos x="wd2" y="hd2"/>
                </a:cxn>
                <a:cxn ang="10800000">
                  <a:pos x="wd2" y="hd2"/>
                </a:cxn>
                <a:cxn ang="16200000">
                  <a:pos x="wd2" y="hd2"/>
                </a:cxn>
              </a:cxnLst>
              <a:rect l="0" t="0" r="r" b="b"/>
              <a:pathLst>
                <a:path w="21596" h="14334" extrusionOk="0">
                  <a:moveTo>
                    <a:pt x="0" y="6315"/>
                  </a:moveTo>
                  <a:cubicBezTo>
                    <a:pt x="1086" y="-195"/>
                    <a:pt x="1565" y="700"/>
                    <a:pt x="2437" y="6315"/>
                  </a:cubicBezTo>
                  <a:cubicBezTo>
                    <a:pt x="3310" y="11930"/>
                    <a:pt x="4229" y="-267"/>
                    <a:pt x="4874" y="6315"/>
                  </a:cubicBezTo>
                  <a:cubicBezTo>
                    <a:pt x="5519" y="12897"/>
                    <a:pt x="6624" y="14102"/>
                    <a:pt x="7743" y="6315"/>
                  </a:cubicBezTo>
                  <a:cubicBezTo>
                    <a:pt x="8863" y="-1472"/>
                    <a:pt x="10026" y="-2716"/>
                    <a:pt x="11260" y="6315"/>
                  </a:cubicBezTo>
                  <a:cubicBezTo>
                    <a:pt x="12494" y="15346"/>
                    <a:pt x="13021" y="4829"/>
                    <a:pt x="13913" y="6315"/>
                  </a:cubicBezTo>
                  <a:cubicBezTo>
                    <a:pt x="14805" y="7802"/>
                    <a:pt x="15761" y="2159"/>
                    <a:pt x="16566" y="6315"/>
                  </a:cubicBezTo>
                  <a:cubicBezTo>
                    <a:pt x="17371" y="10471"/>
                    <a:pt x="20253" y="3178"/>
                    <a:pt x="21594" y="6315"/>
                  </a:cubicBezTo>
                  <a:cubicBezTo>
                    <a:pt x="21599" y="9097"/>
                    <a:pt x="21592" y="9216"/>
                    <a:pt x="21594" y="11983"/>
                  </a:cubicBezTo>
                  <a:cubicBezTo>
                    <a:pt x="20654" y="15999"/>
                    <a:pt x="19899" y="7294"/>
                    <a:pt x="18294" y="11983"/>
                  </a:cubicBezTo>
                  <a:cubicBezTo>
                    <a:pt x="16689" y="16673"/>
                    <a:pt x="16894" y="5083"/>
                    <a:pt x="15641" y="11983"/>
                  </a:cubicBezTo>
                  <a:cubicBezTo>
                    <a:pt x="14387" y="18884"/>
                    <a:pt x="14083" y="6893"/>
                    <a:pt x="12988" y="11983"/>
                  </a:cubicBezTo>
                  <a:cubicBezTo>
                    <a:pt x="11893" y="17074"/>
                    <a:pt x="11103" y="12367"/>
                    <a:pt x="9687" y="11983"/>
                  </a:cubicBezTo>
                  <a:cubicBezTo>
                    <a:pt x="8270" y="11599"/>
                    <a:pt x="7927" y="13808"/>
                    <a:pt x="6170" y="11983"/>
                  </a:cubicBezTo>
                  <a:cubicBezTo>
                    <a:pt x="4413" y="10159"/>
                    <a:pt x="4450" y="11159"/>
                    <a:pt x="3733" y="11983"/>
                  </a:cubicBezTo>
                  <a:cubicBezTo>
                    <a:pt x="3016" y="12808"/>
                    <a:pt x="934" y="10888"/>
                    <a:pt x="0" y="11983"/>
                  </a:cubicBezTo>
                  <a:cubicBezTo>
                    <a:pt x="-1" y="10723"/>
                    <a:pt x="3" y="8118"/>
                    <a:pt x="0" y="6315"/>
                  </a:cubicBezTo>
                  <a:close/>
                </a:path>
              </a:pathLst>
            </a:custGeom>
            <a:noFill/>
            <a:ln w="44450" cap="rnd">
              <a:solidFill>
                <a:srgbClr val="FFFFFF">
                  <a:alpha val="75000"/>
                </a:srgbClr>
              </a:solidFill>
              <a:prstDash val="solid"/>
              <a:round/>
            </a:ln>
            <a:effectLst/>
          </p:spPr>
          <p:txBody>
            <a:bodyPr wrap="square" lIns="45719" tIns="45719" rIns="45719" bIns="45719" numCol="1" anchor="ctr">
              <a:noAutofit/>
            </a:bodyPr>
            <a:lstStyle/>
            <a:p>
              <a:pPr algn="ctr">
                <a:defRPr>
                  <a:solidFill>
                    <a:srgbClr val="FFFFFF"/>
                  </a:solidFill>
                </a:defRPr>
              </a:pPr>
              <a:endParaRPr/>
            </a:p>
          </p:txBody>
        </p:sp>
      </p:grpSp>
      <p:pic>
        <p:nvPicPr>
          <p:cNvPr id="468" name="Image" descr="Image"/>
          <p:cNvPicPr>
            <a:picLocks noChangeAspect="1"/>
          </p:cNvPicPr>
          <p:nvPr/>
        </p:nvPicPr>
        <p:blipFill>
          <a:blip r:embed="rId3">
            <a:extLst/>
          </a:blip>
          <a:stretch>
            <a:fillRect/>
          </a:stretch>
        </p:blipFill>
        <p:spPr>
          <a:xfrm>
            <a:off x="0" y="-244167"/>
            <a:ext cx="12192001" cy="3635176"/>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1000"/>
                                  </p:stCondLst>
                                  <p:iterate>
                                    <p:tmAbs val="0"/>
                                  </p:iterate>
                                  <p:childTnLst>
                                    <p:set>
                                      <p:cBhvr>
                                        <p:cTn id="6" fill="hold"/>
                                        <p:tgtEl>
                                          <p:spTgt spid="463"/>
                                        </p:tgtEl>
                                        <p:attrNameLst>
                                          <p:attrName>style.visibility</p:attrName>
                                        </p:attrNameLst>
                                      </p:cBhvr>
                                      <p:to>
                                        <p:strVal val="visible"/>
                                      </p:to>
                                    </p:set>
                                    <p:animEffect transition="in" filter="fade">
                                      <p:cBhvr>
                                        <p:cTn id="7" dur="700"/>
                                        <p:tgtEl>
                                          <p:spTgt spid="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 grpId="1"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0" name="tray" descr="tray"/>
          <p:cNvPicPr>
            <a:picLocks noChangeAspect="1"/>
          </p:cNvPicPr>
          <p:nvPr/>
        </p:nvPicPr>
        <p:blipFill>
          <a:blip r:embed="rId2">
            <a:extLst/>
          </a:blip>
          <a:stretch>
            <a:fillRect/>
          </a:stretch>
        </p:blipFill>
        <p:spPr>
          <a:xfrm>
            <a:off x="4" y="-3991"/>
            <a:ext cx="12191993" cy="1308409"/>
          </a:xfrm>
          <a:prstGeom prst="rect">
            <a:avLst/>
          </a:prstGeom>
          <a:ln w="12700">
            <a:miter lim="400000"/>
          </a:ln>
        </p:spPr>
      </p:pic>
      <p:pic>
        <p:nvPicPr>
          <p:cNvPr id="471" name="list-item-img1" descr="list-item-img1"/>
          <p:cNvPicPr>
            <a:picLocks noChangeAspect="1"/>
          </p:cNvPicPr>
          <p:nvPr/>
        </p:nvPicPr>
        <p:blipFill>
          <a:blip r:embed="rId3">
            <a:extLst/>
          </a:blip>
          <a:srcRect l="6000" r="6002"/>
          <a:stretch>
            <a:fillRect/>
          </a:stretch>
        </p:blipFill>
        <p:spPr>
          <a:xfrm>
            <a:off x="883662" y="1924571"/>
            <a:ext cx="3346451" cy="2484371"/>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pic>
        <p:nvPicPr>
          <p:cNvPr id="472" name="list-item-img2" descr="list-item-img2"/>
          <p:cNvPicPr>
            <a:picLocks noChangeAspect="1"/>
          </p:cNvPicPr>
          <p:nvPr/>
        </p:nvPicPr>
        <p:blipFill>
          <a:blip r:embed="rId4">
            <a:extLst/>
          </a:blip>
          <a:srcRect t="21999" r="2" b="21998"/>
          <a:stretch>
            <a:fillRect/>
          </a:stretch>
        </p:blipFill>
        <p:spPr>
          <a:xfrm>
            <a:off x="4451722" y="1941504"/>
            <a:ext cx="3346451" cy="2484439"/>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pic>
        <p:nvPicPr>
          <p:cNvPr id="473" name="list-item-img3" descr="list-item-img3"/>
          <p:cNvPicPr>
            <a:picLocks noChangeAspect="1"/>
          </p:cNvPicPr>
          <p:nvPr/>
        </p:nvPicPr>
        <p:blipFill>
          <a:blip r:embed="rId5">
            <a:extLst/>
          </a:blip>
          <a:srcRect l="6000" r="6002"/>
          <a:stretch>
            <a:fillRect/>
          </a:stretch>
        </p:blipFill>
        <p:spPr>
          <a:xfrm>
            <a:off x="8019782" y="1950722"/>
            <a:ext cx="3346451" cy="2484372"/>
          </a:xfrm>
          <a:custGeom>
            <a:avLst/>
            <a:gdLst/>
            <a:ahLst/>
            <a:cxnLst>
              <a:cxn ang="0">
                <a:pos x="wd2" y="hd2"/>
              </a:cxn>
              <a:cxn ang="5400000">
                <a:pos x="wd2" y="hd2"/>
              </a:cxn>
              <a:cxn ang="10800000">
                <a:pos x="wd2" y="hd2"/>
              </a:cxn>
              <a:cxn ang="16200000">
                <a:pos x="wd2" y="hd2"/>
              </a:cxn>
            </a:cxnLst>
            <a:rect l="0" t="0" r="r" b="b"/>
            <a:pathLst>
              <a:path w="21600" h="21600" extrusionOk="0">
                <a:moveTo>
                  <a:pt x="687" y="0"/>
                </a:moveTo>
                <a:cubicBezTo>
                  <a:pt x="307" y="0"/>
                  <a:pt x="0" y="414"/>
                  <a:pt x="0" y="925"/>
                </a:cubicBezTo>
                <a:lnTo>
                  <a:pt x="0" y="20675"/>
                </a:lnTo>
                <a:cubicBezTo>
                  <a:pt x="0" y="21186"/>
                  <a:pt x="307" y="21600"/>
                  <a:pt x="687" y="21600"/>
                </a:cubicBezTo>
                <a:lnTo>
                  <a:pt x="20913" y="21600"/>
                </a:lnTo>
                <a:cubicBezTo>
                  <a:pt x="21293" y="21600"/>
                  <a:pt x="21600" y="21186"/>
                  <a:pt x="21600" y="20675"/>
                </a:cubicBezTo>
                <a:lnTo>
                  <a:pt x="21600" y="925"/>
                </a:lnTo>
                <a:cubicBezTo>
                  <a:pt x="21600" y="414"/>
                  <a:pt x="21293" y="0"/>
                  <a:pt x="20913" y="0"/>
                </a:cubicBezTo>
                <a:lnTo>
                  <a:pt x="687" y="0"/>
                </a:lnTo>
                <a:close/>
              </a:path>
            </a:pathLst>
          </a:custGeom>
          <a:ln w="12700">
            <a:miter lim="400000"/>
          </a:ln>
        </p:spPr>
      </p:pic>
      <p:sp>
        <p:nvSpPr>
          <p:cNvPr id="474" name="header"/>
          <p:cNvSpPr txBox="1">
            <a:spLocks noGrp="1"/>
          </p:cNvSpPr>
          <p:nvPr>
            <p:ph type="title" idx="4294967295"/>
          </p:nvPr>
        </p:nvSpPr>
        <p:spPr>
          <a:xfrm>
            <a:off x="835413" y="342412"/>
            <a:ext cx="10800002" cy="615602"/>
          </a:xfrm>
          <a:prstGeom prst="rect">
            <a:avLst/>
          </a:prstGeom>
        </p:spPr>
        <p:txBody>
          <a:bodyPr anchor="ctr"/>
          <a:lstStyle>
            <a:lvl1pPr defTabSz="749808">
              <a:defRPr sz="2952">
                <a:solidFill>
                  <a:srgbClr val="000000"/>
                </a:solidFill>
              </a:defRPr>
            </a:lvl1pPr>
          </a:lstStyle>
          <a:p>
            <a:r>
              <a:t>Learning from Peers 向同行学习</a:t>
            </a:r>
          </a:p>
        </p:txBody>
      </p:sp>
      <p:sp>
        <p:nvSpPr>
          <p:cNvPr id="475" name="body1"/>
          <p:cNvSpPr txBox="1">
            <a:spLocks noGrp="1"/>
          </p:cNvSpPr>
          <p:nvPr>
            <p:ph type="body" sz="quarter" idx="4294967295"/>
          </p:nvPr>
        </p:nvSpPr>
        <p:spPr>
          <a:xfrm>
            <a:off x="902963" y="4590896"/>
            <a:ext cx="3327242" cy="2075080"/>
          </a:xfrm>
          <a:prstGeom prst="rect">
            <a:avLst/>
          </a:prstGeom>
        </p:spPr>
        <p:txBody>
          <a:bodyPr lIns="36000" tIns="36000" rIns="36000" bIns="36000"/>
          <a:lstStyle/>
          <a:p>
            <a:pPr marL="0" indent="0">
              <a:lnSpc>
                <a:spcPts val="2400"/>
              </a:lnSpc>
              <a:spcBef>
                <a:spcPts val="400"/>
              </a:spcBef>
              <a:buSzTx/>
              <a:buNone/>
              <a:defRPr sz="1800">
                <a:solidFill>
                  <a:srgbClr val="000000"/>
                </a:solidFill>
                <a:latin typeface="PingFang SC Medium"/>
                <a:ea typeface="PingFang SC Medium"/>
                <a:cs typeface="PingFang SC Medium"/>
                <a:sym typeface="PingFang SC Medium"/>
              </a:defRPr>
            </a:pPr>
            <a:r>
              <a:t>LSBF</a:t>
            </a:r>
          </a:p>
          <a:p>
            <a:pPr marL="0" lvl="4" indent="0">
              <a:spcBef>
                <a:spcPts val="400"/>
              </a:spcBef>
              <a:buSzTx/>
              <a:buNone/>
              <a:defRPr sz="1400">
                <a:solidFill>
                  <a:srgbClr val="000000"/>
                </a:solidFill>
              </a:defRPr>
            </a:pPr>
            <a:r>
              <a:t>伦敦商业财经学院（也称为全球大学系统）专注于商业和金融，加上灵活的学习选择，为 CBC 的战略方向提供了启发。</a:t>
            </a:r>
          </a:p>
        </p:txBody>
      </p:sp>
      <p:sp>
        <p:nvSpPr>
          <p:cNvPr id="476" name="body2"/>
          <p:cNvSpPr txBox="1"/>
          <p:nvPr/>
        </p:nvSpPr>
        <p:spPr>
          <a:xfrm>
            <a:off x="4492830" y="4681964"/>
            <a:ext cx="3221000" cy="12607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6000" tIns="36000" rIns="36000" bIns="36000">
            <a:normAutofit/>
          </a:bodyPr>
          <a:lstStyle/>
          <a:p>
            <a:pPr defTabSz="859536">
              <a:lnSpc>
                <a:spcPts val="2200"/>
              </a:lnSpc>
              <a:spcBef>
                <a:spcPts val="300"/>
              </a:spcBef>
              <a:defRPr sz="1692">
                <a:latin typeface="PingFang SC Medium"/>
                <a:ea typeface="PingFang SC Medium"/>
                <a:cs typeface="PingFang SC Medium"/>
                <a:sym typeface="PingFang SC Medium"/>
              </a:defRPr>
            </a:pPr>
            <a:r>
              <a:t>BPP University</a:t>
            </a:r>
          </a:p>
          <a:p>
            <a:pPr lvl="4" indent="0" defTabSz="859536">
              <a:spcBef>
                <a:spcPts val="300"/>
              </a:spcBef>
              <a:defRPr sz="1316">
                <a:latin typeface="PingFang SC Regular"/>
                <a:ea typeface="PingFang SC Regular"/>
                <a:cs typeface="PingFang SC Regular"/>
                <a:sym typeface="PingFang SC Regular"/>
              </a:defRPr>
            </a:pPr>
            <a:r>
              <a:t>BPP 注重法律和专业课程，并高度重视就业能力，这与 CBC 提升学生职业前景的使命相一致。目前该学院估价为25亿英镑。</a:t>
            </a:r>
          </a:p>
        </p:txBody>
      </p:sp>
      <p:sp>
        <p:nvSpPr>
          <p:cNvPr id="477" name="body3"/>
          <p:cNvSpPr txBox="1"/>
          <p:nvPr/>
        </p:nvSpPr>
        <p:spPr>
          <a:xfrm>
            <a:off x="8019783" y="4681963"/>
            <a:ext cx="3221002" cy="12607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6000" tIns="36000" rIns="36000" bIns="36000">
            <a:normAutofit/>
          </a:bodyPr>
          <a:lstStyle/>
          <a:p>
            <a:pPr>
              <a:lnSpc>
                <a:spcPts val="2400"/>
              </a:lnSpc>
              <a:spcBef>
                <a:spcPts val="400"/>
              </a:spcBef>
              <a:defRPr>
                <a:latin typeface="PingFang SC Medium"/>
                <a:ea typeface="PingFang SC Medium"/>
                <a:cs typeface="PingFang SC Medium"/>
                <a:sym typeface="PingFang SC Medium"/>
              </a:defRPr>
            </a:pPr>
            <a:r>
              <a:t>University of Law</a:t>
            </a:r>
          </a:p>
          <a:p>
            <a:pPr lvl="4" indent="0">
              <a:spcBef>
                <a:spcPts val="400"/>
              </a:spcBef>
              <a:defRPr sz="1400">
                <a:latin typeface="PingFang SC Regular"/>
                <a:ea typeface="PingFang SC Regular"/>
                <a:cs typeface="PingFang SC Regular"/>
                <a:sym typeface="PingFang SC Regular"/>
              </a:defRPr>
            </a:pPr>
            <a:r>
              <a:t>法学院在线上课程和国际拓展方面的成功为CBC的潜在发展路径提供了一个典范。</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Rectangle 9"/>
          <p:cNvSpPr/>
          <p:nvPr/>
        </p:nvSpPr>
        <p:spPr>
          <a:xfrm>
            <a:off x="-1" y="0"/>
            <a:ext cx="12188954" cy="6858000"/>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pic>
        <p:nvPicPr>
          <p:cNvPr id="480" name="tray" descr="tray"/>
          <p:cNvPicPr>
            <a:picLocks noChangeAspect="1"/>
          </p:cNvPicPr>
          <p:nvPr/>
        </p:nvPicPr>
        <p:blipFill>
          <a:blip r:embed="rId2">
            <a:alphaModFix amt="50000"/>
            <a:extLst/>
          </a:blip>
          <a:srcRect l="25"/>
          <a:stretch>
            <a:fillRect/>
          </a:stretch>
        </p:blipFill>
        <p:spPr>
          <a:xfrm>
            <a:off x="20" y="9"/>
            <a:ext cx="12188930" cy="6857991"/>
          </a:xfrm>
          <a:prstGeom prst="rect">
            <a:avLst/>
          </a:prstGeom>
          <a:ln w="12700">
            <a:miter lim="400000"/>
          </a:ln>
        </p:spPr>
      </p:pic>
      <p:sp>
        <p:nvSpPr>
          <p:cNvPr id="481" name="header"/>
          <p:cNvSpPr txBox="1">
            <a:spLocks noGrp="1"/>
          </p:cNvSpPr>
          <p:nvPr>
            <p:ph type="title" idx="4294967295"/>
          </p:nvPr>
        </p:nvSpPr>
        <p:spPr>
          <a:xfrm>
            <a:off x="-28084" y="2969002"/>
            <a:ext cx="5887484" cy="3063241"/>
          </a:xfrm>
          <a:prstGeom prst="rect">
            <a:avLst/>
          </a:prstGeom>
        </p:spPr>
        <p:txBody>
          <a:bodyPr anchor="b"/>
          <a:lstStyle/>
          <a:p>
            <a:pPr algn="ctr">
              <a:defRPr sz="4500">
                <a:latin typeface="等线 Light"/>
                <a:ea typeface="等线 Light"/>
                <a:cs typeface="等线 Light"/>
                <a:sym typeface="等线 Light"/>
              </a:defRPr>
            </a:pPr>
            <a:r>
              <a:t>Future Outlook and Emerging Trends </a:t>
            </a:r>
          </a:p>
          <a:p>
            <a:pPr algn="ctr">
              <a:defRPr sz="4500">
                <a:latin typeface="等线 Light"/>
                <a:ea typeface="等线 Light"/>
                <a:cs typeface="等线 Light"/>
                <a:sym typeface="等线 Light"/>
              </a:defRPr>
            </a:pPr>
            <a:r>
              <a:t>未来展望和新兴趋势</a:t>
            </a:r>
          </a:p>
        </p:txBody>
      </p:sp>
      <p:sp>
        <p:nvSpPr>
          <p:cNvPr id="482" name="body1"/>
          <p:cNvSpPr txBox="1">
            <a:spLocks noGrp="1"/>
          </p:cNvSpPr>
          <p:nvPr>
            <p:ph type="body" sz="quarter" idx="4294967295"/>
          </p:nvPr>
        </p:nvSpPr>
        <p:spPr>
          <a:xfrm>
            <a:off x="3653866" y="5267847"/>
            <a:ext cx="9144001" cy="1159755"/>
          </a:xfrm>
          <a:prstGeom prst="rect">
            <a:avLst/>
          </a:prstGeom>
        </p:spPr>
        <p:txBody>
          <a:bodyPr/>
          <a:lstStyle>
            <a:lvl1pPr marL="0" indent="0" algn="ctr">
              <a:lnSpc>
                <a:spcPct val="90000"/>
              </a:lnSpc>
              <a:buSzTx/>
              <a:buNone/>
              <a:defRPr sz="2400">
                <a:latin typeface="等线"/>
                <a:ea typeface="等线"/>
                <a:cs typeface="等线"/>
                <a:sym typeface="等线"/>
              </a:defRPr>
            </a:lvl1pPr>
          </a:lstStyle>
          <a:p>
            <a:r>
              <a:t>Section 10/ 第十部分</a:t>
            </a:r>
          </a:p>
        </p:txBody>
      </p:sp>
      <p:grpSp>
        <p:nvGrpSpPr>
          <p:cNvPr id="485" name="sketchy line"/>
          <p:cNvGrpSpPr/>
          <p:nvPr/>
        </p:nvGrpSpPr>
        <p:grpSpPr>
          <a:xfrm>
            <a:off x="6489155" y="4824067"/>
            <a:ext cx="4243997" cy="55234"/>
            <a:chOff x="0" y="0"/>
            <a:chExt cx="4243995" cy="55232"/>
          </a:xfrm>
        </p:grpSpPr>
        <p:sp>
          <p:nvSpPr>
            <p:cNvPr id="483" name="Shape"/>
            <p:cNvSpPr/>
            <p:nvPr/>
          </p:nvSpPr>
          <p:spPr>
            <a:xfrm>
              <a:off x="-1" y="6522"/>
              <a:ext cx="4243696" cy="48711"/>
            </a:xfrm>
            <a:custGeom>
              <a:avLst/>
              <a:gdLst/>
              <a:ahLst/>
              <a:cxnLst>
                <a:cxn ang="0">
                  <a:pos x="wd2" y="hd2"/>
                </a:cxn>
                <a:cxn ang="5400000">
                  <a:pos x="wd2" y="hd2"/>
                </a:cxn>
                <a:cxn ang="10800000">
                  <a:pos x="wd2" y="hd2"/>
                </a:cxn>
                <a:cxn ang="16200000">
                  <a:pos x="wd2" y="hd2"/>
                </a:cxn>
              </a:cxnLst>
              <a:rect l="0" t="0" r="r" b="b"/>
              <a:pathLst>
                <a:path w="21598" h="14183" extrusionOk="0">
                  <a:moveTo>
                    <a:pt x="0" y="4034"/>
                  </a:moveTo>
                  <a:cubicBezTo>
                    <a:pt x="732" y="8876"/>
                    <a:pt x="1358" y="8357"/>
                    <a:pt x="2654" y="4034"/>
                  </a:cubicBezTo>
                  <a:cubicBezTo>
                    <a:pt x="3950" y="-289"/>
                    <a:pt x="4146" y="-1022"/>
                    <a:pt x="5091" y="4034"/>
                  </a:cubicBezTo>
                  <a:cubicBezTo>
                    <a:pt x="6037" y="9089"/>
                    <a:pt x="6884" y="-2811"/>
                    <a:pt x="7745" y="4034"/>
                  </a:cubicBezTo>
                  <a:cubicBezTo>
                    <a:pt x="8605" y="10878"/>
                    <a:pt x="9617" y="5743"/>
                    <a:pt x="10830" y="4034"/>
                  </a:cubicBezTo>
                  <a:cubicBezTo>
                    <a:pt x="12043" y="2324"/>
                    <a:pt x="13338" y="-4118"/>
                    <a:pt x="14131" y="4034"/>
                  </a:cubicBezTo>
                  <a:cubicBezTo>
                    <a:pt x="14925" y="12186"/>
                    <a:pt x="15939" y="-3267"/>
                    <a:pt x="17649" y="4034"/>
                  </a:cubicBezTo>
                  <a:cubicBezTo>
                    <a:pt x="19358" y="11334"/>
                    <a:pt x="20447" y="4928"/>
                    <a:pt x="21598" y="4034"/>
                  </a:cubicBezTo>
                  <a:cubicBezTo>
                    <a:pt x="21596" y="5828"/>
                    <a:pt x="21598" y="7462"/>
                    <a:pt x="21598" y="9359"/>
                  </a:cubicBezTo>
                  <a:cubicBezTo>
                    <a:pt x="20449" y="2351"/>
                    <a:pt x="19516" y="7928"/>
                    <a:pt x="18297" y="9359"/>
                  </a:cubicBezTo>
                  <a:cubicBezTo>
                    <a:pt x="17077" y="10789"/>
                    <a:pt x="16308" y="4869"/>
                    <a:pt x="14779" y="9359"/>
                  </a:cubicBezTo>
                  <a:cubicBezTo>
                    <a:pt x="13251" y="13848"/>
                    <a:pt x="12857" y="17482"/>
                    <a:pt x="11262" y="9359"/>
                  </a:cubicBezTo>
                  <a:cubicBezTo>
                    <a:pt x="9667" y="1235"/>
                    <a:pt x="10008" y="12679"/>
                    <a:pt x="8825" y="9359"/>
                  </a:cubicBezTo>
                  <a:cubicBezTo>
                    <a:pt x="7641" y="6038"/>
                    <a:pt x="6839" y="7671"/>
                    <a:pt x="5523" y="9359"/>
                  </a:cubicBezTo>
                  <a:cubicBezTo>
                    <a:pt x="4208" y="11046"/>
                    <a:pt x="3961" y="14401"/>
                    <a:pt x="2654" y="9359"/>
                  </a:cubicBezTo>
                  <a:cubicBezTo>
                    <a:pt x="1347" y="4316"/>
                    <a:pt x="612" y="5277"/>
                    <a:pt x="0" y="9359"/>
                  </a:cubicBezTo>
                  <a:cubicBezTo>
                    <a:pt x="4" y="7178"/>
                    <a:pt x="-2" y="6416"/>
                    <a:pt x="0" y="4034"/>
                  </a:cubicBezTo>
                  <a:close/>
                </a:path>
              </a:pathLst>
            </a:custGeom>
            <a:solidFill>
              <a:srgbClr val="FFFFFF">
                <a:alpha val="7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484" name="Shape"/>
            <p:cNvSpPr/>
            <p:nvPr/>
          </p:nvSpPr>
          <p:spPr>
            <a:xfrm>
              <a:off x="60" y="-1"/>
              <a:ext cx="4243936" cy="46249"/>
            </a:xfrm>
            <a:custGeom>
              <a:avLst/>
              <a:gdLst/>
              <a:ahLst/>
              <a:cxnLst>
                <a:cxn ang="0">
                  <a:pos x="wd2" y="hd2"/>
                </a:cxn>
                <a:cxn ang="5400000">
                  <a:pos x="wd2" y="hd2"/>
                </a:cxn>
                <a:cxn ang="10800000">
                  <a:pos x="wd2" y="hd2"/>
                </a:cxn>
                <a:cxn ang="16200000">
                  <a:pos x="wd2" y="hd2"/>
                </a:cxn>
              </a:cxnLst>
              <a:rect l="0" t="0" r="r" b="b"/>
              <a:pathLst>
                <a:path w="21596" h="14334" extrusionOk="0">
                  <a:moveTo>
                    <a:pt x="0" y="6315"/>
                  </a:moveTo>
                  <a:cubicBezTo>
                    <a:pt x="1086" y="-195"/>
                    <a:pt x="1565" y="700"/>
                    <a:pt x="2437" y="6315"/>
                  </a:cubicBezTo>
                  <a:cubicBezTo>
                    <a:pt x="3310" y="11930"/>
                    <a:pt x="4229" y="-267"/>
                    <a:pt x="4874" y="6315"/>
                  </a:cubicBezTo>
                  <a:cubicBezTo>
                    <a:pt x="5519" y="12897"/>
                    <a:pt x="6624" y="14102"/>
                    <a:pt x="7743" y="6315"/>
                  </a:cubicBezTo>
                  <a:cubicBezTo>
                    <a:pt x="8863" y="-1472"/>
                    <a:pt x="10026" y="-2716"/>
                    <a:pt x="11260" y="6315"/>
                  </a:cubicBezTo>
                  <a:cubicBezTo>
                    <a:pt x="12494" y="15346"/>
                    <a:pt x="13021" y="4829"/>
                    <a:pt x="13913" y="6315"/>
                  </a:cubicBezTo>
                  <a:cubicBezTo>
                    <a:pt x="14805" y="7802"/>
                    <a:pt x="15761" y="2159"/>
                    <a:pt x="16566" y="6315"/>
                  </a:cubicBezTo>
                  <a:cubicBezTo>
                    <a:pt x="17371" y="10471"/>
                    <a:pt x="20253" y="3178"/>
                    <a:pt x="21594" y="6315"/>
                  </a:cubicBezTo>
                  <a:cubicBezTo>
                    <a:pt x="21599" y="9097"/>
                    <a:pt x="21592" y="9216"/>
                    <a:pt x="21594" y="11983"/>
                  </a:cubicBezTo>
                  <a:cubicBezTo>
                    <a:pt x="20654" y="15999"/>
                    <a:pt x="19899" y="7294"/>
                    <a:pt x="18294" y="11983"/>
                  </a:cubicBezTo>
                  <a:cubicBezTo>
                    <a:pt x="16689" y="16673"/>
                    <a:pt x="16894" y="5083"/>
                    <a:pt x="15641" y="11983"/>
                  </a:cubicBezTo>
                  <a:cubicBezTo>
                    <a:pt x="14387" y="18884"/>
                    <a:pt x="14083" y="6893"/>
                    <a:pt x="12988" y="11983"/>
                  </a:cubicBezTo>
                  <a:cubicBezTo>
                    <a:pt x="11893" y="17074"/>
                    <a:pt x="11103" y="12367"/>
                    <a:pt x="9687" y="11983"/>
                  </a:cubicBezTo>
                  <a:cubicBezTo>
                    <a:pt x="8270" y="11599"/>
                    <a:pt x="7927" y="13808"/>
                    <a:pt x="6170" y="11983"/>
                  </a:cubicBezTo>
                  <a:cubicBezTo>
                    <a:pt x="4413" y="10159"/>
                    <a:pt x="4450" y="11159"/>
                    <a:pt x="3733" y="11983"/>
                  </a:cubicBezTo>
                  <a:cubicBezTo>
                    <a:pt x="3016" y="12808"/>
                    <a:pt x="934" y="10888"/>
                    <a:pt x="0" y="11983"/>
                  </a:cubicBezTo>
                  <a:cubicBezTo>
                    <a:pt x="-1" y="10723"/>
                    <a:pt x="3" y="8118"/>
                    <a:pt x="0" y="6315"/>
                  </a:cubicBezTo>
                  <a:close/>
                </a:path>
              </a:pathLst>
            </a:custGeom>
            <a:noFill/>
            <a:ln w="44450" cap="rnd">
              <a:solidFill>
                <a:srgbClr val="FFFFFF">
                  <a:alpha val="75000"/>
                </a:srgbClr>
              </a:solidFill>
              <a:prstDash val="solid"/>
              <a:round/>
            </a:ln>
            <a:effectLst/>
          </p:spPr>
          <p:txBody>
            <a:bodyPr wrap="square" lIns="45719" tIns="45719" rIns="45719" bIns="45719" numCol="1" anchor="ctr">
              <a:noAutofit/>
            </a:bodyPr>
            <a:lstStyle/>
            <a:p>
              <a:pPr algn="ctr">
                <a:defRPr>
                  <a:solidFill>
                    <a:srgbClr val="FFFFFF"/>
                  </a:solidFill>
                </a:defRPr>
              </a:pPr>
              <a:endParaRPr/>
            </a:p>
          </p:txBody>
        </p:sp>
      </p:grpSp>
      <p:pic>
        <p:nvPicPr>
          <p:cNvPr id="486" name="Image" descr="Image"/>
          <p:cNvPicPr>
            <a:picLocks noChangeAspect="1"/>
          </p:cNvPicPr>
          <p:nvPr/>
        </p:nvPicPr>
        <p:blipFill>
          <a:blip r:embed="rId3">
            <a:extLst/>
          </a:blip>
          <a:stretch>
            <a:fillRect/>
          </a:stretch>
        </p:blipFill>
        <p:spPr>
          <a:xfrm>
            <a:off x="0" y="-17585"/>
            <a:ext cx="12192001" cy="3635176"/>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1000"/>
                                  </p:stCondLst>
                                  <p:iterate>
                                    <p:tmAbs val="0"/>
                                  </p:iterate>
                                  <p:childTnLst>
                                    <p:set>
                                      <p:cBhvr>
                                        <p:cTn id="6" fill="hold"/>
                                        <p:tgtEl>
                                          <p:spTgt spid="481"/>
                                        </p:tgtEl>
                                        <p:attrNameLst>
                                          <p:attrName>style.visibility</p:attrName>
                                        </p:attrNameLst>
                                      </p:cBhvr>
                                      <p:to>
                                        <p:strVal val="visible"/>
                                      </p:to>
                                    </p:set>
                                    <p:animEffect transition="in" filter="fade">
                                      <p:cBhvr>
                                        <p:cTn id="7" dur="400"/>
                                        <p:tgtEl>
                                          <p:spTgt spid="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 grpId="1"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8" name="background" descr="background"/>
          <p:cNvPicPr>
            <a:picLocks noChangeAspect="1"/>
          </p:cNvPicPr>
          <p:nvPr/>
        </p:nvPicPr>
        <p:blipFill>
          <a:blip r:embed="rId2">
            <a:extLst/>
          </a:blip>
          <a:stretch>
            <a:fillRect/>
          </a:stretch>
        </p:blipFill>
        <p:spPr>
          <a:xfrm>
            <a:off x="-18858" y="-16200"/>
            <a:ext cx="12229715" cy="6890401"/>
          </a:xfrm>
          <a:prstGeom prst="rect">
            <a:avLst/>
          </a:prstGeom>
          <a:ln w="12700">
            <a:miter lim="400000"/>
          </a:ln>
        </p:spPr>
      </p:pic>
      <p:pic>
        <p:nvPicPr>
          <p:cNvPr id="489" name="shape3" descr="shape3"/>
          <p:cNvPicPr>
            <a:picLocks noChangeAspect="1"/>
          </p:cNvPicPr>
          <p:nvPr/>
        </p:nvPicPr>
        <p:blipFill>
          <a:blip r:embed="rId3">
            <a:extLst/>
          </a:blip>
          <a:stretch>
            <a:fillRect/>
          </a:stretch>
        </p:blipFill>
        <p:spPr>
          <a:xfrm>
            <a:off x="8115110" y="1965229"/>
            <a:ext cx="3128318" cy="3873154"/>
          </a:xfrm>
          <a:prstGeom prst="rect">
            <a:avLst/>
          </a:prstGeom>
          <a:ln w="12700">
            <a:miter lim="400000"/>
          </a:ln>
        </p:spPr>
      </p:pic>
      <p:pic>
        <p:nvPicPr>
          <p:cNvPr id="490" name="shape2" descr="shape2"/>
          <p:cNvPicPr>
            <a:picLocks noChangeAspect="1"/>
          </p:cNvPicPr>
          <p:nvPr/>
        </p:nvPicPr>
        <p:blipFill>
          <a:blip r:embed="rId4">
            <a:extLst/>
          </a:blip>
          <a:stretch>
            <a:fillRect/>
          </a:stretch>
        </p:blipFill>
        <p:spPr>
          <a:xfrm>
            <a:off x="4488291" y="1989662"/>
            <a:ext cx="3114394" cy="3870746"/>
          </a:xfrm>
          <a:prstGeom prst="rect">
            <a:avLst/>
          </a:prstGeom>
          <a:ln w="12700">
            <a:miter lim="400000"/>
          </a:ln>
        </p:spPr>
      </p:pic>
      <p:pic>
        <p:nvPicPr>
          <p:cNvPr id="491" name="shape1" descr="shape1"/>
          <p:cNvPicPr>
            <a:picLocks noChangeAspect="1"/>
          </p:cNvPicPr>
          <p:nvPr/>
        </p:nvPicPr>
        <p:blipFill>
          <a:blip r:embed="rId5">
            <a:extLst/>
          </a:blip>
          <a:stretch>
            <a:fillRect/>
          </a:stretch>
        </p:blipFill>
        <p:spPr>
          <a:xfrm>
            <a:off x="918296" y="1981688"/>
            <a:ext cx="3119718" cy="3862508"/>
          </a:xfrm>
          <a:prstGeom prst="rect">
            <a:avLst/>
          </a:prstGeom>
          <a:ln w="12700">
            <a:miter lim="400000"/>
          </a:ln>
        </p:spPr>
      </p:pic>
      <p:sp>
        <p:nvSpPr>
          <p:cNvPr id="492" name="body1"/>
          <p:cNvSpPr txBox="1">
            <a:spLocks noGrp="1"/>
          </p:cNvSpPr>
          <p:nvPr>
            <p:ph type="body" sz="quarter" idx="4294967295"/>
          </p:nvPr>
        </p:nvSpPr>
        <p:spPr>
          <a:xfrm>
            <a:off x="823477" y="2811399"/>
            <a:ext cx="3119719" cy="3861023"/>
          </a:xfrm>
          <a:prstGeom prst="rect">
            <a:avLst/>
          </a:prstGeom>
        </p:spPr>
        <p:txBody>
          <a:bodyPr lIns="215999" tIns="215999" rIns="215999" bIns="215999"/>
          <a:lstStyle/>
          <a:p>
            <a:pPr marL="0" indent="0">
              <a:spcBef>
                <a:spcPts val="1200"/>
              </a:spcBef>
              <a:buSzTx/>
              <a:buNone/>
              <a:defRPr sz="1800">
                <a:latin typeface="PingFang SC Medium"/>
                <a:ea typeface="PingFang SC Medium"/>
                <a:cs typeface="PingFang SC Medium"/>
                <a:sym typeface="PingFang SC Medium"/>
              </a:defRPr>
            </a:pPr>
            <a:r>
              <a:t>Personalized Learning</a:t>
            </a:r>
          </a:p>
          <a:p>
            <a:pPr marL="0" indent="0">
              <a:spcBef>
                <a:spcPts val="1200"/>
              </a:spcBef>
              <a:buSzTx/>
              <a:buNone/>
              <a:defRPr sz="1800">
                <a:latin typeface="PingFang SC Medium"/>
                <a:ea typeface="PingFang SC Medium"/>
                <a:cs typeface="PingFang SC Medium"/>
                <a:sym typeface="PingFang SC Medium"/>
              </a:defRPr>
            </a:pPr>
            <a:r>
              <a:t>个性化学习</a:t>
            </a:r>
          </a:p>
          <a:p>
            <a:pPr marL="0" lvl="4" indent="0">
              <a:spcBef>
                <a:spcPts val="1200"/>
              </a:spcBef>
              <a:buSzTx/>
              <a:buNone/>
              <a:defRPr sz="1400"/>
            </a:pPr>
            <a:r>
              <a:t>人工智能驱动的个性化教育体验即将到来，YBS 已做好准备采用这些进步。</a:t>
            </a:r>
          </a:p>
        </p:txBody>
      </p:sp>
      <p:sp>
        <p:nvSpPr>
          <p:cNvPr id="493" name="body3"/>
          <p:cNvSpPr txBox="1"/>
          <p:nvPr/>
        </p:nvSpPr>
        <p:spPr>
          <a:xfrm>
            <a:off x="8052961" y="3288198"/>
            <a:ext cx="3092320" cy="2205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5999" tIns="215999" rIns="215999" bIns="215999">
            <a:normAutofit/>
          </a:bodyPr>
          <a:lstStyle/>
          <a:p>
            <a:pPr>
              <a:spcBef>
                <a:spcPts val="1200"/>
              </a:spcBef>
              <a:defRPr>
                <a:solidFill>
                  <a:srgbClr val="FFFFFF"/>
                </a:solidFill>
                <a:latin typeface="PingFang SC Medium"/>
                <a:ea typeface="PingFang SC Medium"/>
                <a:cs typeface="PingFang SC Medium"/>
                <a:sym typeface="PingFang SC Medium"/>
              </a:defRPr>
            </a:pPr>
            <a:r>
              <a:t>Long-Term Potential</a:t>
            </a:r>
          </a:p>
          <a:p>
            <a:pPr>
              <a:spcBef>
                <a:spcPts val="1200"/>
              </a:spcBef>
              <a:defRPr>
                <a:solidFill>
                  <a:srgbClr val="FFFFFF"/>
                </a:solidFill>
                <a:latin typeface="PingFang SC Medium"/>
                <a:ea typeface="PingFang SC Medium"/>
                <a:cs typeface="PingFang SC Medium"/>
                <a:sym typeface="PingFang SC Medium"/>
              </a:defRPr>
            </a:pPr>
            <a:r>
              <a:t>长期潜力</a:t>
            </a:r>
          </a:p>
          <a:p>
            <a:pPr lvl="4" indent="0">
              <a:spcBef>
                <a:spcPts val="1200"/>
              </a:spcBef>
              <a:defRPr sz="1400">
                <a:solidFill>
                  <a:srgbClr val="FFFFFF"/>
                </a:solidFill>
                <a:latin typeface="PingFang SC Regular"/>
                <a:ea typeface="PingFang SC Regular"/>
                <a:cs typeface="PingFang SC Regular"/>
                <a:sym typeface="PingFang SC Regular"/>
              </a:defRPr>
            </a:pPr>
            <a:r>
              <a:t>YBS 致力于创新和响应，确保其在不断发展的教育领域具有长期增长潜力。</a:t>
            </a:r>
          </a:p>
        </p:txBody>
      </p:sp>
      <p:sp>
        <p:nvSpPr>
          <p:cNvPr id="494" name="body2"/>
          <p:cNvSpPr txBox="1"/>
          <p:nvPr/>
        </p:nvSpPr>
        <p:spPr>
          <a:xfrm>
            <a:off x="4487293" y="3020956"/>
            <a:ext cx="3083721" cy="2205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15999" tIns="215999" rIns="215999" bIns="215999">
            <a:normAutofit/>
          </a:bodyPr>
          <a:lstStyle/>
          <a:p>
            <a:pPr>
              <a:spcBef>
                <a:spcPts val="1200"/>
              </a:spcBef>
              <a:defRPr>
                <a:solidFill>
                  <a:srgbClr val="FFFFFF"/>
                </a:solidFill>
                <a:latin typeface="PingFang SC Medium"/>
                <a:ea typeface="PingFang SC Medium"/>
                <a:cs typeface="PingFang SC Medium"/>
                <a:sym typeface="PingFang SC Medium"/>
              </a:defRPr>
            </a:pPr>
            <a:r>
              <a:t>Global Collaboration</a:t>
            </a:r>
          </a:p>
          <a:p>
            <a:pPr>
              <a:spcBef>
                <a:spcPts val="1200"/>
              </a:spcBef>
              <a:defRPr>
                <a:solidFill>
                  <a:srgbClr val="FFFFFF"/>
                </a:solidFill>
                <a:latin typeface="PingFang SC Medium"/>
                <a:ea typeface="PingFang SC Medium"/>
                <a:cs typeface="PingFang SC Medium"/>
                <a:sym typeface="PingFang SC Medium"/>
              </a:defRPr>
            </a:pPr>
            <a:r>
              <a:t>全球合作</a:t>
            </a:r>
          </a:p>
          <a:p>
            <a:pPr lvl="4" indent="0">
              <a:spcBef>
                <a:spcPts val="1200"/>
              </a:spcBef>
              <a:defRPr sz="1400">
                <a:solidFill>
                  <a:srgbClr val="FFFFFF"/>
                </a:solidFill>
                <a:latin typeface="PingFang SC Regular"/>
                <a:ea typeface="PingFang SC Regular"/>
                <a:cs typeface="PingFang SC Regular"/>
                <a:sym typeface="PingFang SC Regular"/>
              </a:defRPr>
            </a:pPr>
            <a:r>
              <a:t>国际伙伴关系和学生流动性是 YBS 可以利用的全球扩张和合作的关键趋势。</a:t>
            </a:r>
          </a:p>
        </p:txBody>
      </p:sp>
      <p:sp>
        <p:nvSpPr>
          <p:cNvPr id="495" name="header"/>
          <p:cNvSpPr txBox="1">
            <a:spLocks noGrp="1"/>
          </p:cNvSpPr>
          <p:nvPr>
            <p:ph type="title" idx="4294967295"/>
          </p:nvPr>
        </p:nvSpPr>
        <p:spPr>
          <a:xfrm>
            <a:off x="835413" y="342412"/>
            <a:ext cx="10800002" cy="615602"/>
          </a:xfrm>
          <a:prstGeom prst="rect">
            <a:avLst/>
          </a:prstGeom>
        </p:spPr>
        <p:txBody>
          <a:bodyPr anchor="ctr"/>
          <a:lstStyle>
            <a:lvl1pPr defTabSz="749808">
              <a:defRPr sz="2952"/>
            </a:lvl1pPr>
          </a:lstStyle>
          <a:p>
            <a:r>
              <a:t>Looking Ahead</a:t>
            </a:r>
          </a:p>
        </p:txBody>
      </p:sp>
      <p:sp>
        <p:nvSpPr>
          <p:cNvPr id="496" name="number1"/>
          <p:cNvSpPr txBox="1"/>
          <p:nvPr/>
        </p:nvSpPr>
        <p:spPr>
          <a:xfrm>
            <a:off x="1052570" y="1959829"/>
            <a:ext cx="2851171" cy="6153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557784">
              <a:spcBef>
                <a:spcPts val="600"/>
              </a:spcBef>
              <a:defRPr sz="2928">
                <a:solidFill>
                  <a:srgbClr val="B4C7E7"/>
                </a:solidFill>
                <a:latin typeface="PingFang SC Medium"/>
                <a:ea typeface="PingFang SC Medium"/>
                <a:cs typeface="PingFang SC Medium"/>
                <a:sym typeface="PingFang SC Medium"/>
              </a:defRPr>
            </a:lvl1pPr>
          </a:lstStyle>
          <a:p>
            <a:r>
              <a:t>01</a:t>
            </a:r>
          </a:p>
        </p:txBody>
      </p:sp>
      <p:sp>
        <p:nvSpPr>
          <p:cNvPr id="497" name="number2"/>
          <p:cNvSpPr txBox="1"/>
          <p:nvPr/>
        </p:nvSpPr>
        <p:spPr>
          <a:xfrm>
            <a:off x="4619902" y="2313578"/>
            <a:ext cx="2851172" cy="6153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557784">
              <a:spcBef>
                <a:spcPts val="600"/>
              </a:spcBef>
              <a:defRPr sz="2928">
                <a:solidFill>
                  <a:srgbClr val="FFFFFF"/>
                </a:solidFill>
                <a:latin typeface="PingFang SC Medium"/>
                <a:ea typeface="PingFang SC Medium"/>
                <a:cs typeface="PingFang SC Medium"/>
                <a:sym typeface="PingFang SC Medium"/>
              </a:defRPr>
            </a:lvl1pPr>
          </a:lstStyle>
          <a:p>
            <a:r>
              <a:t>02</a:t>
            </a:r>
          </a:p>
        </p:txBody>
      </p:sp>
      <p:sp>
        <p:nvSpPr>
          <p:cNvPr id="498" name="number3"/>
          <p:cNvSpPr txBox="1"/>
          <p:nvPr/>
        </p:nvSpPr>
        <p:spPr>
          <a:xfrm>
            <a:off x="8253683" y="2642122"/>
            <a:ext cx="2851171" cy="6153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lvl1pPr defTabSz="557784">
              <a:spcBef>
                <a:spcPts val="600"/>
              </a:spcBef>
              <a:defRPr sz="2928">
                <a:solidFill>
                  <a:srgbClr val="B4C7E7"/>
                </a:solidFill>
                <a:latin typeface="PingFang SC Medium"/>
                <a:ea typeface="PingFang SC Medium"/>
                <a:cs typeface="PingFang SC Medium"/>
                <a:sym typeface="PingFang SC Medium"/>
              </a:defRPr>
            </a:lvl1pPr>
          </a:lstStyle>
          <a:p>
            <a:r>
              <a:t>03</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Rectangle 9"/>
          <p:cNvSpPr/>
          <p:nvPr/>
        </p:nvSpPr>
        <p:spPr>
          <a:xfrm>
            <a:off x="-1" y="0"/>
            <a:ext cx="12188954" cy="6858000"/>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pic>
        <p:nvPicPr>
          <p:cNvPr id="501" name="tray" descr="tray"/>
          <p:cNvPicPr>
            <a:picLocks noChangeAspect="1"/>
          </p:cNvPicPr>
          <p:nvPr/>
        </p:nvPicPr>
        <p:blipFill>
          <a:blip r:embed="rId2">
            <a:alphaModFix amt="50000"/>
            <a:extLst/>
          </a:blip>
          <a:srcRect l="25"/>
          <a:stretch>
            <a:fillRect/>
          </a:stretch>
        </p:blipFill>
        <p:spPr>
          <a:xfrm>
            <a:off x="20" y="9"/>
            <a:ext cx="12188930" cy="6857991"/>
          </a:xfrm>
          <a:prstGeom prst="rect">
            <a:avLst/>
          </a:prstGeom>
          <a:ln w="12700">
            <a:miter lim="400000"/>
          </a:ln>
        </p:spPr>
      </p:pic>
      <p:sp>
        <p:nvSpPr>
          <p:cNvPr id="502" name="header"/>
          <p:cNvSpPr txBox="1">
            <a:spLocks noGrp="1"/>
          </p:cNvSpPr>
          <p:nvPr>
            <p:ph type="title" idx="4294967295"/>
          </p:nvPr>
        </p:nvSpPr>
        <p:spPr>
          <a:xfrm>
            <a:off x="-333969" y="2844243"/>
            <a:ext cx="5975023" cy="3063241"/>
          </a:xfrm>
          <a:prstGeom prst="rect">
            <a:avLst/>
          </a:prstGeom>
        </p:spPr>
        <p:txBody>
          <a:bodyPr anchor="b"/>
          <a:lstStyle/>
          <a:p>
            <a:pPr algn="ctr">
              <a:defRPr sz="4500">
                <a:latin typeface="等线 Light"/>
                <a:ea typeface="等线 Light"/>
                <a:cs typeface="等线 Light"/>
                <a:sym typeface="等线 Light"/>
              </a:defRPr>
            </a:pPr>
            <a:r>
              <a:t>Conclusion and Investor Appeal </a:t>
            </a:r>
          </a:p>
          <a:p>
            <a:pPr algn="ctr">
              <a:defRPr sz="4500">
                <a:latin typeface="等线 Light"/>
                <a:ea typeface="等线 Light"/>
                <a:cs typeface="等线 Light"/>
                <a:sym typeface="等线 Light"/>
              </a:defRPr>
            </a:pPr>
            <a:r>
              <a:t>结论和投资者建议</a:t>
            </a:r>
          </a:p>
        </p:txBody>
      </p:sp>
      <p:sp>
        <p:nvSpPr>
          <p:cNvPr id="503" name="body1"/>
          <p:cNvSpPr txBox="1">
            <a:spLocks noGrp="1"/>
          </p:cNvSpPr>
          <p:nvPr>
            <p:ph type="body" sz="quarter" idx="4294967295"/>
          </p:nvPr>
        </p:nvSpPr>
        <p:spPr>
          <a:xfrm>
            <a:off x="3155387" y="4735381"/>
            <a:ext cx="9144001" cy="1177220"/>
          </a:xfrm>
          <a:prstGeom prst="rect">
            <a:avLst/>
          </a:prstGeom>
        </p:spPr>
        <p:txBody>
          <a:bodyPr/>
          <a:lstStyle>
            <a:lvl1pPr marL="0" indent="0" algn="ctr">
              <a:lnSpc>
                <a:spcPct val="90000"/>
              </a:lnSpc>
              <a:buSzTx/>
              <a:buNone/>
              <a:defRPr sz="2400">
                <a:latin typeface="等线"/>
                <a:ea typeface="等线"/>
                <a:cs typeface="等线"/>
                <a:sym typeface="等线"/>
              </a:defRPr>
            </a:lvl1pPr>
          </a:lstStyle>
          <a:p>
            <a:r>
              <a:t>Section 11/第十一部分</a:t>
            </a:r>
          </a:p>
        </p:txBody>
      </p:sp>
      <p:grpSp>
        <p:nvGrpSpPr>
          <p:cNvPr id="506" name="sketchy line"/>
          <p:cNvGrpSpPr/>
          <p:nvPr/>
        </p:nvGrpSpPr>
        <p:grpSpPr>
          <a:xfrm>
            <a:off x="6081309" y="4348246"/>
            <a:ext cx="4243996" cy="55234"/>
            <a:chOff x="0" y="0"/>
            <a:chExt cx="4243995" cy="55232"/>
          </a:xfrm>
        </p:grpSpPr>
        <p:sp>
          <p:nvSpPr>
            <p:cNvPr id="504" name="Shape"/>
            <p:cNvSpPr/>
            <p:nvPr/>
          </p:nvSpPr>
          <p:spPr>
            <a:xfrm>
              <a:off x="-1" y="6522"/>
              <a:ext cx="4243696" cy="48711"/>
            </a:xfrm>
            <a:custGeom>
              <a:avLst/>
              <a:gdLst/>
              <a:ahLst/>
              <a:cxnLst>
                <a:cxn ang="0">
                  <a:pos x="wd2" y="hd2"/>
                </a:cxn>
                <a:cxn ang="5400000">
                  <a:pos x="wd2" y="hd2"/>
                </a:cxn>
                <a:cxn ang="10800000">
                  <a:pos x="wd2" y="hd2"/>
                </a:cxn>
                <a:cxn ang="16200000">
                  <a:pos x="wd2" y="hd2"/>
                </a:cxn>
              </a:cxnLst>
              <a:rect l="0" t="0" r="r" b="b"/>
              <a:pathLst>
                <a:path w="21598" h="14183" extrusionOk="0">
                  <a:moveTo>
                    <a:pt x="0" y="4034"/>
                  </a:moveTo>
                  <a:cubicBezTo>
                    <a:pt x="732" y="8876"/>
                    <a:pt x="1358" y="8357"/>
                    <a:pt x="2654" y="4034"/>
                  </a:cubicBezTo>
                  <a:cubicBezTo>
                    <a:pt x="3950" y="-289"/>
                    <a:pt x="4146" y="-1022"/>
                    <a:pt x="5091" y="4034"/>
                  </a:cubicBezTo>
                  <a:cubicBezTo>
                    <a:pt x="6037" y="9089"/>
                    <a:pt x="6884" y="-2811"/>
                    <a:pt x="7745" y="4034"/>
                  </a:cubicBezTo>
                  <a:cubicBezTo>
                    <a:pt x="8605" y="10878"/>
                    <a:pt x="9617" y="5743"/>
                    <a:pt x="10830" y="4034"/>
                  </a:cubicBezTo>
                  <a:cubicBezTo>
                    <a:pt x="12043" y="2324"/>
                    <a:pt x="13338" y="-4118"/>
                    <a:pt x="14131" y="4034"/>
                  </a:cubicBezTo>
                  <a:cubicBezTo>
                    <a:pt x="14925" y="12186"/>
                    <a:pt x="15939" y="-3267"/>
                    <a:pt x="17649" y="4034"/>
                  </a:cubicBezTo>
                  <a:cubicBezTo>
                    <a:pt x="19358" y="11334"/>
                    <a:pt x="20447" y="4928"/>
                    <a:pt x="21598" y="4034"/>
                  </a:cubicBezTo>
                  <a:cubicBezTo>
                    <a:pt x="21596" y="5828"/>
                    <a:pt x="21598" y="7462"/>
                    <a:pt x="21598" y="9359"/>
                  </a:cubicBezTo>
                  <a:cubicBezTo>
                    <a:pt x="20449" y="2351"/>
                    <a:pt x="19516" y="7928"/>
                    <a:pt x="18297" y="9359"/>
                  </a:cubicBezTo>
                  <a:cubicBezTo>
                    <a:pt x="17077" y="10789"/>
                    <a:pt x="16308" y="4869"/>
                    <a:pt x="14779" y="9359"/>
                  </a:cubicBezTo>
                  <a:cubicBezTo>
                    <a:pt x="13251" y="13848"/>
                    <a:pt x="12857" y="17482"/>
                    <a:pt x="11262" y="9359"/>
                  </a:cubicBezTo>
                  <a:cubicBezTo>
                    <a:pt x="9667" y="1235"/>
                    <a:pt x="10008" y="12679"/>
                    <a:pt x="8825" y="9359"/>
                  </a:cubicBezTo>
                  <a:cubicBezTo>
                    <a:pt x="7641" y="6038"/>
                    <a:pt x="6839" y="7671"/>
                    <a:pt x="5523" y="9359"/>
                  </a:cubicBezTo>
                  <a:cubicBezTo>
                    <a:pt x="4208" y="11046"/>
                    <a:pt x="3961" y="14401"/>
                    <a:pt x="2654" y="9359"/>
                  </a:cubicBezTo>
                  <a:cubicBezTo>
                    <a:pt x="1347" y="4316"/>
                    <a:pt x="612" y="5277"/>
                    <a:pt x="0" y="9359"/>
                  </a:cubicBezTo>
                  <a:cubicBezTo>
                    <a:pt x="4" y="7178"/>
                    <a:pt x="-2" y="6416"/>
                    <a:pt x="0" y="4034"/>
                  </a:cubicBezTo>
                  <a:close/>
                </a:path>
              </a:pathLst>
            </a:custGeom>
            <a:solidFill>
              <a:srgbClr val="FFFFFF">
                <a:alpha val="7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05" name="Shape"/>
            <p:cNvSpPr/>
            <p:nvPr/>
          </p:nvSpPr>
          <p:spPr>
            <a:xfrm>
              <a:off x="60" y="-1"/>
              <a:ext cx="4243936" cy="46249"/>
            </a:xfrm>
            <a:custGeom>
              <a:avLst/>
              <a:gdLst/>
              <a:ahLst/>
              <a:cxnLst>
                <a:cxn ang="0">
                  <a:pos x="wd2" y="hd2"/>
                </a:cxn>
                <a:cxn ang="5400000">
                  <a:pos x="wd2" y="hd2"/>
                </a:cxn>
                <a:cxn ang="10800000">
                  <a:pos x="wd2" y="hd2"/>
                </a:cxn>
                <a:cxn ang="16200000">
                  <a:pos x="wd2" y="hd2"/>
                </a:cxn>
              </a:cxnLst>
              <a:rect l="0" t="0" r="r" b="b"/>
              <a:pathLst>
                <a:path w="21596" h="14334" extrusionOk="0">
                  <a:moveTo>
                    <a:pt x="0" y="6315"/>
                  </a:moveTo>
                  <a:cubicBezTo>
                    <a:pt x="1086" y="-195"/>
                    <a:pt x="1565" y="700"/>
                    <a:pt x="2437" y="6315"/>
                  </a:cubicBezTo>
                  <a:cubicBezTo>
                    <a:pt x="3310" y="11930"/>
                    <a:pt x="4229" y="-267"/>
                    <a:pt x="4874" y="6315"/>
                  </a:cubicBezTo>
                  <a:cubicBezTo>
                    <a:pt x="5519" y="12897"/>
                    <a:pt x="6624" y="14102"/>
                    <a:pt x="7743" y="6315"/>
                  </a:cubicBezTo>
                  <a:cubicBezTo>
                    <a:pt x="8863" y="-1472"/>
                    <a:pt x="10026" y="-2716"/>
                    <a:pt x="11260" y="6315"/>
                  </a:cubicBezTo>
                  <a:cubicBezTo>
                    <a:pt x="12494" y="15346"/>
                    <a:pt x="13021" y="4829"/>
                    <a:pt x="13913" y="6315"/>
                  </a:cubicBezTo>
                  <a:cubicBezTo>
                    <a:pt x="14805" y="7802"/>
                    <a:pt x="15761" y="2159"/>
                    <a:pt x="16566" y="6315"/>
                  </a:cubicBezTo>
                  <a:cubicBezTo>
                    <a:pt x="17371" y="10471"/>
                    <a:pt x="20253" y="3178"/>
                    <a:pt x="21594" y="6315"/>
                  </a:cubicBezTo>
                  <a:cubicBezTo>
                    <a:pt x="21599" y="9097"/>
                    <a:pt x="21592" y="9216"/>
                    <a:pt x="21594" y="11983"/>
                  </a:cubicBezTo>
                  <a:cubicBezTo>
                    <a:pt x="20654" y="15999"/>
                    <a:pt x="19899" y="7294"/>
                    <a:pt x="18294" y="11983"/>
                  </a:cubicBezTo>
                  <a:cubicBezTo>
                    <a:pt x="16689" y="16673"/>
                    <a:pt x="16894" y="5083"/>
                    <a:pt x="15641" y="11983"/>
                  </a:cubicBezTo>
                  <a:cubicBezTo>
                    <a:pt x="14387" y="18884"/>
                    <a:pt x="14083" y="6893"/>
                    <a:pt x="12988" y="11983"/>
                  </a:cubicBezTo>
                  <a:cubicBezTo>
                    <a:pt x="11893" y="17074"/>
                    <a:pt x="11103" y="12367"/>
                    <a:pt x="9687" y="11983"/>
                  </a:cubicBezTo>
                  <a:cubicBezTo>
                    <a:pt x="8270" y="11599"/>
                    <a:pt x="7927" y="13808"/>
                    <a:pt x="6170" y="11983"/>
                  </a:cubicBezTo>
                  <a:cubicBezTo>
                    <a:pt x="4413" y="10159"/>
                    <a:pt x="4450" y="11159"/>
                    <a:pt x="3733" y="11983"/>
                  </a:cubicBezTo>
                  <a:cubicBezTo>
                    <a:pt x="3016" y="12808"/>
                    <a:pt x="934" y="10888"/>
                    <a:pt x="0" y="11983"/>
                  </a:cubicBezTo>
                  <a:cubicBezTo>
                    <a:pt x="-1" y="10723"/>
                    <a:pt x="3" y="8118"/>
                    <a:pt x="0" y="6315"/>
                  </a:cubicBezTo>
                  <a:close/>
                </a:path>
              </a:pathLst>
            </a:custGeom>
            <a:noFill/>
            <a:ln w="44450" cap="rnd">
              <a:solidFill>
                <a:srgbClr val="FFFFFF">
                  <a:alpha val="75000"/>
                </a:srgbClr>
              </a:solidFill>
              <a:prstDash val="solid"/>
              <a:round/>
            </a:ln>
            <a:effectLst/>
          </p:spPr>
          <p:txBody>
            <a:bodyPr wrap="square" lIns="45719" tIns="45719" rIns="45719" bIns="45719" numCol="1" anchor="ctr">
              <a:noAutofit/>
            </a:bodyPr>
            <a:lstStyle/>
            <a:p>
              <a:pPr algn="ctr">
                <a:defRPr>
                  <a:solidFill>
                    <a:srgbClr val="FFFFFF"/>
                  </a:solidFill>
                </a:defRPr>
              </a:pPr>
              <a:endParaRPr/>
            </a:p>
          </p:txBody>
        </p:sp>
      </p:grpSp>
      <p:pic>
        <p:nvPicPr>
          <p:cNvPr id="507" name="Image" descr="Image"/>
          <p:cNvPicPr>
            <a:picLocks noChangeAspect="1"/>
          </p:cNvPicPr>
          <p:nvPr/>
        </p:nvPicPr>
        <p:blipFill>
          <a:blip r:embed="rId3">
            <a:extLst/>
          </a:blip>
          <a:stretch>
            <a:fillRect/>
          </a:stretch>
        </p:blipFill>
        <p:spPr>
          <a:xfrm>
            <a:off x="-1" y="16402"/>
            <a:ext cx="12192001" cy="3635176"/>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1000"/>
                                  </p:stCondLst>
                                  <p:iterate>
                                    <p:tmAbs val="0"/>
                                  </p:iterate>
                                  <p:childTnLst>
                                    <p:set>
                                      <p:cBhvr>
                                        <p:cTn id="6" fill="hold"/>
                                        <p:tgtEl>
                                          <p:spTgt spid="502"/>
                                        </p:tgtEl>
                                        <p:attrNameLst>
                                          <p:attrName>style.visibility</p:attrName>
                                        </p:attrNameLst>
                                      </p:cBhvr>
                                      <p:to>
                                        <p:strVal val="visible"/>
                                      </p:to>
                                    </p:set>
                                    <p:animEffect transition="in" filter="fade">
                                      <p:cBhvr>
                                        <p:cTn id="7" dur="400"/>
                                        <p:tgtEl>
                                          <p:spTgt spid="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 grpId="1"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9" name="shape1" descr="shape1"/>
          <p:cNvPicPr>
            <a:picLocks noChangeAspect="1"/>
          </p:cNvPicPr>
          <p:nvPr/>
        </p:nvPicPr>
        <p:blipFill>
          <a:blip r:embed="rId2">
            <a:extLst/>
          </a:blip>
          <a:stretch>
            <a:fillRect/>
          </a:stretch>
        </p:blipFill>
        <p:spPr>
          <a:xfrm>
            <a:off x="5002529" y="1513839"/>
            <a:ext cx="6552567" cy="1323341"/>
          </a:xfrm>
          <a:prstGeom prst="rect">
            <a:avLst/>
          </a:prstGeom>
          <a:ln w="12700">
            <a:miter lim="400000"/>
          </a:ln>
        </p:spPr>
      </p:pic>
      <p:pic>
        <p:nvPicPr>
          <p:cNvPr id="510" name="shape3" descr="shape3"/>
          <p:cNvPicPr>
            <a:picLocks noChangeAspect="1"/>
          </p:cNvPicPr>
          <p:nvPr/>
        </p:nvPicPr>
        <p:blipFill>
          <a:blip r:embed="rId2">
            <a:extLst/>
          </a:blip>
          <a:stretch>
            <a:fillRect/>
          </a:stretch>
        </p:blipFill>
        <p:spPr>
          <a:xfrm>
            <a:off x="5010784" y="4676140"/>
            <a:ext cx="6877686" cy="2181861"/>
          </a:xfrm>
          <a:prstGeom prst="rect">
            <a:avLst/>
          </a:prstGeom>
          <a:ln w="12700">
            <a:miter lim="400000"/>
          </a:ln>
        </p:spPr>
      </p:pic>
      <p:pic>
        <p:nvPicPr>
          <p:cNvPr id="511" name="shape2" descr="shape2"/>
          <p:cNvPicPr>
            <a:picLocks noChangeAspect="1"/>
          </p:cNvPicPr>
          <p:nvPr/>
        </p:nvPicPr>
        <p:blipFill>
          <a:blip r:embed="rId2">
            <a:extLst/>
          </a:blip>
          <a:stretch>
            <a:fillRect/>
          </a:stretch>
        </p:blipFill>
        <p:spPr>
          <a:xfrm>
            <a:off x="5001259" y="3094989"/>
            <a:ext cx="6562091" cy="1323341"/>
          </a:xfrm>
          <a:prstGeom prst="rect">
            <a:avLst/>
          </a:prstGeom>
          <a:ln w="12700">
            <a:miter lim="400000"/>
          </a:ln>
        </p:spPr>
      </p:pic>
      <p:sp>
        <p:nvSpPr>
          <p:cNvPr id="512" name="body1"/>
          <p:cNvSpPr txBox="1">
            <a:spLocks noGrp="1"/>
          </p:cNvSpPr>
          <p:nvPr>
            <p:ph type="body" sz="quarter" idx="4294967295"/>
          </p:nvPr>
        </p:nvSpPr>
        <p:spPr>
          <a:xfrm>
            <a:off x="5002529" y="1521460"/>
            <a:ext cx="6559551" cy="1315721"/>
          </a:xfrm>
          <a:prstGeom prst="rect">
            <a:avLst/>
          </a:prstGeom>
        </p:spPr>
        <p:txBody>
          <a:bodyPr lIns="72000" tIns="72000" rIns="72000" bIns="72000"/>
          <a:lstStyle/>
          <a:p>
            <a:pPr marL="0" indent="0">
              <a:lnSpc>
                <a:spcPct val="135000"/>
              </a:lnSpc>
              <a:spcBef>
                <a:spcPts val="400"/>
              </a:spcBef>
              <a:buSzTx/>
              <a:buNone/>
              <a:defRPr sz="1800">
                <a:solidFill>
                  <a:srgbClr val="000000"/>
                </a:solidFill>
                <a:latin typeface="PingFang SC Medium"/>
                <a:ea typeface="PingFang SC Medium"/>
                <a:cs typeface="PingFang SC Medium"/>
                <a:sym typeface="PingFang SC Medium"/>
              </a:defRPr>
            </a:pPr>
            <a:r>
              <a:t>Market Readiness市场准备</a:t>
            </a:r>
          </a:p>
          <a:p>
            <a:pPr marL="0" lvl="4" indent="0">
              <a:lnSpc>
                <a:spcPct val="135000"/>
              </a:lnSpc>
              <a:spcBef>
                <a:spcPts val="400"/>
              </a:spcBef>
              <a:buSzTx/>
              <a:buNone/>
              <a:defRPr sz="1400">
                <a:solidFill>
                  <a:srgbClr val="000000"/>
                </a:solidFill>
              </a:defRPr>
            </a:pPr>
            <a:r>
              <a:t>YBS 受到有利的监管变化和强劲的市场需求的有力支持，因此是一个颇具吸引力的投资机会。</a:t>
            </a:r>
          </a:p>
        </p:txBody>
      </p:sp>
      <p:sp>
        <p:nvSpPr>
          <p:cNvPr id="513" name="header"/>
          <p:cNvSpPr txBox="1">
            <a:spLocks noGrp="1"/>
          </p:cNvSpPr>
          <p:nvPr>
            <p:ph type="title" idx="4294967295"/>
          </p:nvPr>
        </p:nvSpPr>
        <p:spPr>
          <a:xfrm>
            <a:off x="5010784" y="679450"/>
            <a:ext cx="6552566" cy="417831"/>
          </a:xfrm>
          <a:prstGeom prst="rect">
            <a:avLst/>
          </a:prstGeom>
        </p:spPr>
        <p:txBody>
          <a:bodyPr/>
          <a:lstStyle>
            <a:lvl1pPr defTabSz="621791">
              <a:defRPr sz="1904">
                <a:solidFill>
                  <a:srgbClr val="000000"/>
                </a:solidFill>
              </a:defRPr>
            </a:lvl1pPr>
          </a:lstStyle>
          <a:p>
            <a:r>
              <a:t>Investment Proposition 投资建议</a:t>
            </a:r>
          </a:p>
        </p:txBody>
      </p:sp>
      <p:sp>
        <p:nvSpPr>
          <p:cNvPr id="514" name="body2"/>
          <p:cNvSpPr txBox="1"/>
          <p:nvPr/>
        </p:nvSpPr>
        <p:spPr>
          <a:xfrm>
            <a:off x="5146530" y="3175245"/>
            <a:ext cx="6396111" cy="12424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2000" tIns="72000" rIns="72000" bIns="72000">
            <a:normAutofit/>
          </a:bodyPr>
          <a:lstStyle/>
          <a:p>
            <a:pPr>
              <a:lnSpc>
                <a:spcPct val="135000"/>
              </a:lnSpc>
              <a:spcBef>
                <a:spcPts val="400"/>
              </a:spcBef>
              <a:defRPr>
                <a:latin typeface="PingFang SC Medium"/>
                <a:ea typeface="PingFang SC Medium"/>
                <a:cs typeface="PingFang SC Medium"/>
                <a:sym typeface="PingFang SC Medium"/>
              </a:defRPr>
            </a:pPr>
            <a:r>
              <a:t>Investment Rationale 投资理由</a:t>
            </a:r>
          </a:p>
          <a:p>
            <a:pPr lvl="4" indent="0">
              <a:lnSpc>
                <a:spcPct val="135000"/>
              </a:lnSpc>
              <a:spcBef>
                <a:spcPts val="400"/>
              </a:spcBef>
              <a:defRPr sz="1400">
                <a:latin typeface="PingFang SC Regular"/>
                <a:ea typeface="PingFang SC Regular"/>
                <a:cs typeface="PingFang SC Regular"/>
                <a:sym typeface="PingFang SC Regular"/>
              </a:defRPr>
            </a:pPr>
            <a:r>
              <a:t>该学院的灵活性、专业化和教育领域新技术采用是令人信服的投资理由。</a:t>
            </a:r>
          </a:p>
        </p:txBody>
      </p:sp>
      <p:sp>
        <p:nvSpPr>
          <p:cNvPr id="515" name="body3"/>
          <p:cNvSpPr txBox="1"/>
          <p:nvPr/>
        </p:nvSpPr>
        <p:spPr>
          <a:xfrm>
            <a:off x="5247860" y="4906890"/>
            <a:ext cx="6396111" cy="12424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2000" tIns="72000" rIns="72000" bIns="72000">
            <a:normAutofit/>
          </a:bodyPr>
          <a:lstStyle/>
          <a:p>
            <a:pPr>
              <a:lnSpc>
                <a:spcPct val="135000"/>
              </a:lnSpc>
              <a:spcBef>
                <a:spcPts val="400"/>
              </a:spcBef>
              <a:defRPr>
                <a:latin typeface="PingFang SC Medium"/>
                <a:ea typeface="PingFang SC Medium"/>
                <a:cs typeface="PingFang SC Medium"/>
                <a:sym typeface="PingFang SC Medium"/>
              </a:defRPr>
            </a:pPr>
            <a:r>
              <a:t>SWOT Analysis/SWOT 分析</a:t>
            </a:r>
          </a:p>
          <a:p>
            <a:pPr lvl="4" indent="0">
              <a:lnSpc>
                <a:spcPct val="135000"/>
              </a:lnSpc>
              <a:spcBef>
                <a:spcPts val="400"/>
              </a:spcBef>
              <a:defRPr sz="1400">
                <a:latin typeface="PingFang SC Regular"/>
                <a:ea typeface="PingFang SC Regular"/>
                <a:cs typeface="PingFang SC Regular"/>
                <a:sym typeface="PingFang SC Regular"/>
              </a:defRPr>
            </a:pPr>
            <a:r>
              <a:t>YBS 的优势在于其适应性和专业化产品，同时它必须应对竞争和认证等挑战。国际扩张和合作机会丰富，风险集中在监管合规和质量维护方面。</a:t>
            </a:r>
          </a:p>
        </p:txBody>
      </p:sp>
      <p:pic>
        <p:nvPicPr>
          <p:cNvPr id="516" name="tray" descr="tray"/>
          <p:cNvPicPr>
            <a:picLocks noChangeAspect="1"/>
          </p:cNvPicPr>
          <p:nvPr/>
        </p:nvPicPr>
        <p:blipFill>
          <a:blip r:embed="rId3">
            <a:extLst/>
          </a:blip>
          <a:srcRect t="10190" b="10190"/>
          <a:stretch>
            <a:fillRect/>
          </a:stretch>
        </p:blipFill>
        <p:spPr>
          <a:xfrm>
            <a:off x="-7386560" y="-749905"/>
            <a:ext cx="12236106" cy="6894001"/>
          </a:xfrm>
          <a:prstGeom prst="rect">
            <a:avLst/>
          </a:prstGeom>
          <a:ln w="12700">
            <a:miter lim="400000"/>
          </a:ln>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Rectangle 9"/>
          <p:cNvSpPr/>
          <p:nvPr/>
        </p:nvSpPr>
        <p:spPr>
          <a:xfrm>
            <a:off x="-1" y="0"/>
            <a:ext cx="12188954" cy="6858000"/>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pic>
        <p:nvPicPr>
          <p:cNvPr id="519" name="tray" descr="tray"/>
          <p:cNvPicPr>
            <a:picLocks noChangeAspect="1"/>
          </p:cNvPicPr>
          <p:nvPr/>
        </p:nvPicPr>
        <p:blipFill>
          <a:blip r:embed="rId2">
            <a:alphaModFix amt="50000"/>
            <a:extLst/>
          </a:blip>
          <a:srcRect l="25"/>
          <a:stretch>
            <a:fillRect/>
          </a:stretch>
        </p:blipFill>
        <p:spPr>
          <a:xfrm>
            <a:off x="20" y="9"/>
            <a:ext cx="12188930" cy="6857991"/>
          </a:xfrm>
          <a:prstGeom prst="rect">
            <a:avLst/>
          </a:prstGeom>
          <a:ln w="12700">
            <a:miter lim="400000"/>
          </a:ln>
        </p:spPr>
      </p:pic>
      <p:sp>
        <p:nvSpPr>
          <p:cNvPr id="520" name="header"/>
          <p:cNvSpPr txBox="1">
            <a:spLocks noGrp="1"/>
          </p:cNvSpPr>
          <p:nvPr>
            <p:ph type="title" idx="4294967295"/>
          </p:nvPr>
        </p:nvSpPr>
        <p:spPr>
          <a:xfrm>
            <a:off x="1104824" y="3206773"/>
            <a:ext cx="9144001" cy="3063241"/>
          </a:xfrm>
          <a:prstGeom prst="rect">
            <a:avLst/>
          </a:prstGeom>
        </p:spPr>
        <p:txBody>
          <a:bodyPr anchor="b"/>
          <a:lstStyle/>
          <a:p>
            <a:pPr algn="ctr" defTabSz="521208">
              <a:defRPr sz="3762">
                <a:latin typeface="等线 Light"/>
                <a:ea typeface="等线 Light"/>
                <a:cs typeface="等线 Light"/>
                <a:sym typeface="等线 Light"/>
              </a:defRPr>
            </a:pPr>
            <a:r>
              <a:t>Thank You</a:t>
            </a:r>
          </a:p>
          <a:p>
            <a:pPr algn="ctr" defTabSz="521208">
              <a:defRPr sz="3762">
                <a:latin typeface="等线 Light"/>
                <a:ea typeface="等线 Light"/>
                <a:cs typeface="等线 Light"/>
                <a:sym typeface="等线 Light"/>
              </a:defRPr>
            </a:pPr>
            <a:endParaRPr/>
          </a:p>
          <a:p>
            <a:pPr algn="ctr" defTabSz="521208">
              <a:defRPr sz="3762">
                <a:latin typeface="等线 Light"/>
                <a:ea typeface="等线 Light"/>
                <a:cs typeface="等线 Light"/>
                <a:sym typeface="等线 Light"/>
              </a:defRPr>
            </a:pPr>
            <a:r>
              <a:t>Cambridge Education International Centre</a:t>
            </a:r>
            <a:endParaRPr sz="2736">
              <a:latin typeface="PingFang SC Medium"/>
              <a:ea typeface="PingFang SC Medium"/>
              <a:cs typeface="PingFang SC Medium"/>
              <a:sym typeface="PingFang SC Medium"/>
            </a:endParaRPr>
          </a:p>
          <a:p>
            <a:pPr algn="ctr" defTabSz="521208">
              <a:defRPr sz="3762">
                <a:latin typeface="等线 Light"/>
                <a:ea typeface="等线 Light"/>
                <a:cs typeface="等线 Light"/>
                <a:sym typeface="等线 Light"/>
              </a:defRPr>
            </a:pPr>
            <a:r>
              <a:rPr sz="2736">
                <a:latin typeface="PingFang SC Medium"/>
                <a:ea typeface="PingFang SC Medium"/>
                <a:cs typeface="PingFang SC Medium"/>
                <a:sym typeface="PingFang SC Medium"/>
              </a:rPr>
              <a:t>剑桥国际教育中心管理团队</a:t>
            </a:r>
          </a:p>
          <a:p>
            <a:pPr algn="ctr" defTabSz="521208">
              <a:defRPr sz="3762">
                <a:latin typeface="等线 Light"/>
                <a:ea typeface="等线 Light"/>
                <a:cs typeface="等线 Light"/>
                <a:sym typeface="等线 Light"/>
              </a:defRPr>
            </a:pPr>
            <a:br>
              <a:rPr sz="2736">
                <a:latin typeface="PingFang SC Medium"/>
                <a:ea typeface="PingFang SC Medium"/>
                <a:cs typeface="PingFang SC Medium"/>
                <a:sym typeface="PingFang SC Medium"/>
              </a:rPr>
            </a:br>
            <a:endParaRPr sz="2736">
              <a:latin typeface="PingFang SC Medium"/>
              <a:ea typeface="PingFang SC Medium"/>
              <a:cs typeface="PingFang SC Medium"/>
              <a:sym typeface="PingFang SC Medium"/>
            </a:endParaRPr>
          </a:p>
        </p:txBody>
      </p:sp>
      <p:grpSp>
        <p:nvGrpSpPr>
          <p:cNvPr id="523" name="sketchy line"/>
          <p:cNvGrpSpPr/>
          <p:nvPr/>
        </p:nvGrpSpPr>
        <p:grpSpPr>
          <a:xfrm>
            <a:off x="2172776" y="5673748"/>
            <a:ext cx="4243997" cy="55234"/>
            <a:chOff x="0" y="0"/>
            <a:chExt cx="4243995" cy="55232"/>
          </a:xfrm>
        </p:grpSpPr>
        <p:sp>
          <p:nvSpPr>
            <p:cNvPr id="521" name="Shape"/>
            <p:cNvSpPr/>
            <p:nvPr/>
          </p:nvSpPr>
          <p:spPr>
            <a:xfrm>
              <a:off x="-1" y="6522"/>
              <a:ext cx="4243696" cy="48711"/>
            </a:xfrm>
            <a:custGeom>
              <a:avLst/>
              <a:gdLst/>
              <a:ahLst/>
              <a:cxnLst>
                <a:cxn ang="0">
                  <a:pos x="wd2" y="hd2"/>
                </a:cxn>
                <a:cxn ang="5400000">
                  <a:pos x="wd2" y="hd2"/>
                </a:cxn>
                <a:cxn ang="10800000">
                  <a:pos x="wd2" y="hd2"/>
                </a:cxn>
                <a:cxn ang="16200000">
                  <a:pos x="wd2" y="hd2"/>
                </a:cxn>
              </a:cxnLst>
              <a:rect l="0" t="0" r="r" b="b"/>
              <a:pathLst>
                <a:path w="21598" h="14183" extrusionOk="0">
                  <a:moveTo>
                    <a:pt x="0" y="4034"/>
                  </a:moveTo>
                  <a:cubicBezTo>
                    <a:pt x="732" y="8876"/>
                    <a:pt x="1358" y="8357"/>
                    <a:pt x="2654" y="4034"/>
                  </a:cubicBezTo>
                  <a:cubicBezTo>
                    <a:pt x="3950" y="-289"/>
                    <a:pt x="4146" y="-1022"/>
                    <a:pt x="5091" y="4034"/>
                  </a:cubicBezTo>
                  <a:cubicBezTo>
                    <a:pt x="6037" y="9089"/>
                    <a:pt x="6884" y="-2811"/>
                    <a:pt x="7745" y="4034"/>
                  </a:cubicBezTo>
                  <a:cubicBezTo>
                    <a:pt x="8605" y="10878"/>
                    <a:pt x="9617" y="5743"/>
                    <a:pt x="10830" y="4034"/>
                  </a:cubicBezTo>
                  <a:cubicBezTo>
                    <a:pt x="12043" y="2324"/>
                    <a:pt x="13338" y="-4118"/>
                    <a:pt x="14131" y="4034"/>
                  </a:cubicBezTo>
                  <a:cubicBezTo>
                    <a:pt x="14925" y="12186"/>
                    <a:pt x="15939" y="-3267"/>
                    <a:pt x="17649" y="4034"/>
                  </a:cubicBezTo>
                  <a:cubicBezTo>
                    <a:pt x="19358" y="11334"/>
                    <a:pt x="20447" y="4928"/>
                    <a:pt x="21598" y="4034"/>
                  </a:cubicBezTo>
                  <a:cubicBezTo>
                    <a:pt x="21596" y="5828"/>
                    <a:pt x="21598" y="7462"/>
                    <a:pt x="21598" y="9359"/>
                  </a:cubicBezTo>
                  <a:cubicBezTo>
                    <a:pt x="20449" y="2351"/>
                    <a:pt x="19516" y="7928"/>
                    <a:pt x="18297" y="9359"/>
                  </a:cubicBezTo>
                  <a:cubicBezTo>
                    <a:pt x="17077" y="10789"/>
                    <a:pt x="16308" y="4869"/>
                    <a:pt x="14779" y="9359"/>
                  </a:cubicBezTo>
                  <a:cubicBezTo>
                    <a:pt x="13251" y="13848"/>
                    <a:pt x="12857" y="17482"/>
                    <a:pt x="11262" y="9359"/>
                  </a:cubicBezTo>
                  <a:cubicBezTo>
                    <a:pt x="9667" y="1235"/>
                    <a:pt x="10008" y="12679"/>
                    <a:pt x="8825" y="9359"/>
                  </a:cubicBezTo>
                  <a:cubicBezTo>
                    <a:pt x="7641" y="6038"/>
                    <a:pt x="6839" y="7671"/>
                    <a:pt x="5523" y="9359"/>
                  </a:cubicBezTo>
                  <a:cubicBezTo>
                    <a:pt x="4208" y="11046"/>
                    <a:pt x="3961" y="14401"/>
                    <a:pt x="2654" y="9359"/>
                  </a:cubicBezTo>
                  <a:cubicBezTo>
                    <a:pt x="1347" y="4316"/>
                    <a:pt x="612" y="5277"/>
                    <a:pt x="0" y="9359"/>
                  </a:cubicBezTo>
                  <a:cubicBezTo>
                    <a:pt x="4" y="7178"/>
                    <a:pt x="-2" y="6416"/>
                    <a:pt x="0" y="4034"/>
                  </a:cubicBezTo>
                  <a:close/>
                </a:path>
              </a:pathLst>
            </a:custGeom>
            <a:solidFill>
              <a:srgbClr val="FFFFFF">
                <a:alpha val="75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22" name="Shape"/>
            <p:cNvSpPr/>
            <p:nvPr/>
          </p:nvSpPr>
          <p:spPr>
            <a:xfrm>
              <a:off x="60" y="-1"/>
              <a:ext cx="4243936" cy="46249"/>
            </a:xfrm>
            <a:custGeom>
              <a:avLst/>
              <a:gdLst/>
              <a:ahLst/>
              <a:cxnLst>
                <a:cxn ang="0">
                  <a:pos x="wd2" y="hd2"/>
                </a:cxn>
                <a:cxn ang="5400000">
                  <a:pos x="wd2" y="hd2"/>
                </a:cxn>
                <a:cxn ang="10800000">
                  <a:pos x="wd2" y="hd2"/>
                </a:cxn>
                <a:cxn ang="16200000">
                  <a:pos x="wd2" y="hd2"/>
                </a:cxn>
              </a:cxnLst>
              <a:rect l="0" t="0" r="r" b="b"/>
              <a:pathLst>
                <a:path w="21596" h="14334" extrusionOk="0">
                  <a:moveTo>
                    <a:pt x="0" y="6315"/>
                  </a:moveTo>
                  <a:cubicBezTo>
                    <a:pt x="1086" y="-195"/>
                    <a:pt x="1565" y="700"/>
                    <a:pt x="2437" y="6315"/>
                  </a:cubicBezTo>
                  <a:cubicBezTo>
                    <a:pt x="3310" y="11930"/>
                    <a:pt x="4229" y="-267"/>
                    <a:pt x="4874" y="6315"/>
                  </a:cubicBezTo>
                  <a:cubicBezTo>
                    <a:pt x="5519" y="12897"/>
                    <a:pt x="6624" y="14102"/>
                    <a:pt x="7743" y="6315"/>
                  </a:cubicBezTo>
                  <a:cubicBezTo>
                    <a:pt x="8863" y="-1472"/>
                    <a:pt x="10026" y="-2716"/>
                    <a:pt x="11260" y="6315"/>
                  </a:cubicBezTo>
                  <a:cubicBezTo>
                    <a:pt x="12494" y="15346"/>
                    <a:pt x="13021" y="4829"/>
                    <a:pt x="13913" y="6315"/>
                  </a:cubicBezTo>
                  <a:cubicBezTo>
                    <a:pt x="14805" y="7802"/>
                    <a:pt x="15761" y="2159"/>
                    <a:pt x="16566" y="6315"/>
                  </a:cubicBezTo>
                  <a:cubicBezTo>
                    <a:pt x="17371" y="10471"/>
                    <a:pt x="20253" y="3178"/>
                    <a:pt x="21594" y="6315"/>
                  </a:cubicBezTo>
                  <a:cubicBezTo>
                    <a:pt x="21599" y="9097"/>
                    <a:pt x="21592" y="9216"/>
                    <a:pt x="21594" y="11983"/>
                  </a:cubicBezTo>
                  <a:cubicBezTo>
                    <a:pt x="20654" y="15999"/>
                    <a:pt x="19899" y="7294"/>
                    <a:pt x="18294" y="11983"/>
                  </a:cubicBezTo>
                  <a:cubicBezTo>
                    <a:pt x="16689" y="16673"/>
                    <a:pt x="16894" y="5083"/>
                    <a:pt x="15641" y="11983"/>
                  </a:cubicBezTo>
                  <a:cubicBezTo>
                    <a:pt x="14387" y="18884"/>
                    <a:pt x="14083" y="6893"/>
                    <a:pt x="12988" y="11983"/>
                  </a:cubicBezTo>
                  <a:cubicBezTo>
                    <a:pt x="11893" y="17074"/>
                    <a:pt x="11103" y="12367"/>
                    <a:pt x="9687" y="11983"/>
                  </a:cubicBezTo>
                  <a:cubicBezTo>
                    <a:pt x="8270" y="11599"/>
                    <a:pt x="7927" y="13808"/>
                    <a:pt x="6170" y="11983"/>
                  </a:cubicBezTo>
                  <a:cubicBezTo>
                    <a:pt x="4413" y="10159"/>
                    <a:pt x="4450" y="11159"/>
                    <a:pt x="3733" y="11983"/>
                  </a:cubicBezTo>
                  <a:cubicBezTo>
                    <a:pt x="3016" y="12808"/>
                    <a:pt x="934" y="10888"/>
                    <a:pt x="0" y="11983"/>
                  </a:cubicBezTo>
                  <a:cubicBezTo>
                    <a:pt x="-1" y="10723"/>
                    <a:pt x="3" y="8118"/>
                    <a:pt x="0" y="6315"/>
                  </a:cubicBezTo>
                  <a:close/>
                </a:path>
              </a:pathLst>
            </a:custGeom>
            <a:noFill/>
            <a:ln w="44450" cap="rnd">
              <a:solidFill>
                <a:srgbClr val="FFFFFF">
                  <a:alpha val="75000"/>
                </a:srgbClr>
              </a:solidFill>
              <a:prstDash val="solid"/>
              <a:round/>
            </a:ln>
            <a:effectLst/>
          </p:spPr>
          <p:txBody>
            <a:bodyPr wrap="square" lIns="45719" tIns="45719" rIns="45719" bIns="45719" numCol="1" anchor="ctr">
              <a:noAutofit/>
            </a:bodyPr>
            <a:lstStyle/>
            <a:p>
              <a:pPr algn="ctr">
                <a:defRPr>
                  <a:solidFill>
                    <a:srgbClr val="FFFFFF"/>
                  </a:solidFill>
                </a:defRPr>
              </a:pPr>
              <a:endParaRPr/>
            </a:p>
          </p:txBody>
        </p:sp>
      </p:grpSp>
      <p:pic>
        <p:nvPicPr>
          <p:cNvPr id="524" name="Image" descr="Image"/>
          <p:cNvPicPr>
            <a:picLocks noChangeAspect="1"/>
          </p:cNvPicPr>
          <p:nvPr/>
        </p:nvPicPr>
        <p:blipFill>
          <a:blip r:embed="rId3">
            <a:extLst/>
          </a:blip>
          <a:stretch>
            <a:fillRect/>
          </a:stretch>
        </p:blipFill>
        <p:spPr>
          <a:xfrm>
            <a:off x="114103" y="-357458"/>
            <a:ext cx="12192001" cy="3635177"/>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1" nodeType="afterEffect">
                                  <p:stCondLst>
                                    <p:cond delay="1000"/>
                                  </p:stCondLst>
                                  <p:iterate>
                                    <p:tmAbs val="0"/>
                                  </p:iterate>
                                  <p:childTnLst>
                                    <p:set>
                                      <p:cBhvr>
                                        <p:cTn id="6" fill="hold"/>
                                        <p:tgtEl>
                                          <p:spTgt spid="520"/>
                                        </p:tgtEl>
                                        <p:attrNameLst>
                                          <p:attrName>style.visibility</p:attrName>
                                        </p:attrNameLst>
                                      </p:cBhvr>
                                      <p:to>
                                        <p:strVal val="visible"/>
                                      </p:to>
                                    </p:set>
                                    <p:animEffect transition="in" filter="fade">
                                      <p:cBhvr>
                                        <p:cTn id="7" dur="700"/>
                                        <p:tgtEl>
                                          <p:spTgt spid="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 grpId="1" animBg="1" advAuto="0"/>
    </p:bldLst>
  </p:timing>
</p:sld>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Aptos"/>
        <a:ea typeface="Aptos"/>
        <a:cs typeface="Aptos"/>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Aptos"/>
        <a:ea typeface="Aptos"/>
        <a:cs typeface="Aptos"/>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等线"/>
            <a:ea typeface="等线"/>
            <a:cs typeface="等线"/>
            <a:sym typeface="等线"/>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TotalTime>
  <Words>543</Words>
  <Application>Microsoft Macintosh PowerPoint</Application>
  <PresentationFormat>Widescreen</PresentationFormat>
  <Paragraphs>141</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等线</vt:lpstr>
      <vt:lpstr>等线 Light</vt:lpstr>
      <vt:lpstr>PingFang SC Medium</vt:lpstr>
      <vt:lpstr>PingFang SC Regular</vt:lpstr>
      <vt:lpstr>Arial</vt:lpstr>
      <vt:lpstr>Calibri</vt:lpstr>
      <vt:lpstr>Office 主题​​</vt:lpstr>
      <vt:lpstr>Youth Business School(YBS) - 青少年国际商学院 (稀少参与机会）</vt:lpstr>
      <vt:lpstr>PowerPoint Presentation</vt:lpstr>
      <vt:lpstr>Introduction to YBS 学院介绍</vt:lpstr>
      <vt:lpstr>Overview of YBS 概述</vt:lpstr>
      <vt:lpstr>Current Landscape of UK Higher Education  英国高等教育现状</vt:lpstr>
      <vt:lpstr>Public vs. Private Institutions 公立与私立机构</vt:lpstr>
      <vt:lpstr>Growth Drivers in Private Higher Education  私立高等教育的增长动力</vt:lpstr>
      <vt:lpstr>Trends in Education/教育趋势</vt:lpstr>
      <vt:lpstr>YBS's Unique Positioning YBS独特定位</vt:lpstr>
      <vt:lpstr>Strengths and Offerings</vt:lpstr>
      <vt:lpstr>Opportunities for Expansion 扩张机会</vt:lpstr>
      <vt:lpstr>Expansion Potential</vt:lpstr>
      <vt:lpstr>Challenges and Risks  挑战与风险</vt:lpstr>
      <vt:lpstr>Navigating the Future 驾驭未来</vt:lpstr>
      <vt:lpstr>Strategic Approaches for Growth  增长策略</vt:lpstr>
      <vt:lpstr>Growth Strategies/增长策略</vt:lpstr>
      <vt:lpstr>Case Studies of Successful Private Institutions  成功私立机构案例研究</vt:lpstr>
      <vt:lpstr>Learning from Peers 向同行学习</vt:lpstr>
      <vt:lpstr>Future Outlook and Emerging Trends  未来展望和新兴趋势</vt:lpstr>
      <vt:lpstr>Looking Ahead</vt:lpstr>
      <vt:lpstr>Conclusion and Investor Appeal  结论和投资者建议</vt:lpstr>
      <vt:lpstr>Investment Proposition 投资建议</vt:lpstr>
      <vt:lpstr>Thank You  Cambridge Education International Centre 剑桥国际教育中心管理团队  </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Youth Business School(YBS) - 青少年国际商学院 (稀少参与机会）</dc:title>
  <cp:lastModifiedBy>Microsoft Office User</cp:lastModifiedBy>
  <cp:revision>2</cp:revision>
  <cp:lastPrinted>2026-04-14T22:09:54Z</cp:lastPrinted>
  <dcterms:modified xsi:type="dcterms:W3CDTF">2026-04-14T22:09:59Z</dcterms:modified>
</cp:coreProperties>
</file>